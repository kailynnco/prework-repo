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79" r:id="rId1"/>
  </p:sldMasterIdLst>
  <p:sldIdLst>
    <p:sldId id="256" r:id="rId2"/>
    <p:sldId id="257" r:id="rId3"/>
    <p:sldId id="259" r:id="rId4"/>
    <p:sldId id="262" r:id="rId5"/>
    <p:sldId id="269" r:id="rId6"/>
    <p:sldId id="270" r:id="rId7"/>
    <p:sldId id="271" r:id="rId8"/>
    <p:sldId id="263" r:id="rId9"/>
    <p:sldId id="261" r:id="rId10"/>
    <p:sldId id="265" r:id="rId11"/>
    <p:sldId id="266" r:id="rId12"/>
    <p:sldId id="267" r:id="rId13"/>
    <p:sldId id="268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9059729-144A-4437-811C-30C029341D3B}" v="71" dt="2021-06-12T22:35:41.42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03" d="100"/>
          <a:sy n="103" d="100"/>
        </p:scale>
        <p:origin x="126" y="3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20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kailynn coronel" userId="6d0c3b86aaae1ffc" providerId="LiveId" clId="{C9059729-144A-4437-811C-30C029341D3B}"/>
    <pc:docChg chg="undo custSel addSld delSld modSld sldOrd">
      <pc:chgData name="kailynn coronel" userId="6d0c3b86aaae1ffc" providerId="LiveId" clId="{C9059729-144A-4437-811C-30C029341D3B}" dt="2021-06-12T22:37:32.108" v="4732" actId="1076"/>
      <pc:docMkLst>
        <pc:docMk/>
      </pc:docMkLst>
      <pc:sldChg chg="addSp delSp modSp mod setBg addAnim delAnim">
        <pc:chgData name="kailynn coronel" userId="6d0c3b86aaae1ffc" providerId="LiveId" clId="{C9059729-144A-4437-811C-30C029341D3B}" dt="2021-06-12T22:37:32.108" v="4732" actId="1076"/>
        <pc:sldMkLst>
          <pc:docMk/>
          <pc:sldMk cId="1154404922" sldId="256"/>
        </pc:sldMkLst>
        <pc:spChg chg="mod">
          <ac:chgData name="kailynn coronel" userId="6d0c3b86aaae1ffc" providerId="LiveId" clId="{C9059729-144A-4437-811C-30C029341D3B}" dt="2021-06-12T22:37:15.902" v="4726" actId="26606"/>
          <ac:spMkLst>
            <pc:docMk/>
            <pc:sldMk cId="1154404922" sldId="256"/>
            <ac:spMk id="3" creationId="{73A22ED3-DC0F-47C0-859D-3C9426CCFAF3}"/>
          </ac:spMkLst>
        </pc:spChg>
        <pc:spChg chg="add del">
          <ac:chgData name="kailynn coronel" userId="6d0c3b86aaae1ffc" providerId="LiveId" clId="{C9059729-144A-4437-811C-30C029341D3B}" dt="2021-06-12T14:45:14.467" v="597" actId="26606"/>
          <ac:spMkLst>
            <pc:docMk/>
            <pc:sldMk cId="1154404922" sldId="256"/>
            <ac:spMk id="20" creationId="{4D7DFF5D-1B92-4B6A-8DFF-E020CE7ABD6F}"/>
          </ac:spMkLst>
        </pc:spChg>
        <pc:spChg chg="add del">
          <ac:chgData name="kailynn coronel" userId="6d0c3b86aaae1ffc" providerId="LiveId" clId="{C9059729-144A-4437-811C-30C029341D3B}" dt="2021-06-12T14:45:14.467" v="597" actId="26606"/>
          <ac:spMkLst>
            <pc:docMk/>
            <pc:sldMk cId="1154404922" sldId="256"/>
            <ac:spMk id="22" creationId="{FD31044E-A1D7-4E19-96A1-3E91F0350BE5}"/>
          </ac:spMkLst>
        </pc:spChg>
        <pc:picChg chg="del">
          <ac:chgData name="kailynn coronel" userId="6d0c3b86aaae1ffc" providerId="LiveId" clId="{C9059729-144A-4437-811C-30C029341D3B}" dt="2021-06-12T14:08:37.697" v="374" actId="478"/>
          <ac:picMkLst>
            <pc:docMk/>
            <pc:sldMk cId="1154404922" sldId="256"/>
            <ac:picMk id="6" creationId="{20FD1775-6E4F-44EE-A3DF-09652BBCDBD3}"/>
          </ac:picMkLst>
        </pc:picChg>
        <pc:picChg chg="add del mod">
          <ac:chgData name="kailynn coronel" userId="6d0c3b86aaae1ffc" providerId="LiveId" clId="{C9059729-144A-4437-811C-30C029341D3B}" dt="2021-06-12T14:10:28.414" v="393" actId="478"/>
          <ac:picMkLst>
            <pc:docMk/>
            <pc:sldMk cId="1154404922" sldId="256"/>
            <ac:picMk id="12" creationId="{0552AA8C-929D-4A7D-8E62-888A0C16366E}"/>
          </ac:picMkLst>
        </pc:picChg>
        <pc:picChg chg="add mod">
          <ac:chgData name="kailynn coronel" userId="6d0c3b86aaae1ffc" providerId="LiveId" clId="{C9059729-144A-4437-811C-30C029341D3B}" dt="2021-06-12T22:37:32.108" v="4732" actId="1076"/>
          <ac:picMkLst>
            <pc:docMk/>
            <pc:sldMk cId="1154404922" sldId="256"/>
            <ac:picMk id="15" creationId="{96CFD05B-6532-469B-98B9-D0917B602A73}"/>
          </ac:picMkLst>
        </pc:picChg>
      </pc:sldChg>
      <pc:sldChg chg="addSp delSp modSp mod setBg setClrOvrMap delDesignElem">
        <pc:chgData name="kailynn coronel" userId="6d0c3b86aaae1ffc" providerId="LiveId" clId="{C9059729-144A-4437-811C-30C029341D3B}" dt="2021-06-12T22:31:08.578" v="4718" actId="5793"/>
        <pc:sldMkLst>
          <pc:docMk/>
          <pc:sldMk cId="3266634237" sldId="257"/>
        </pc:sldMkLst>
        <pc:spChg chg="mod">
          <ac:chgData name="kailynn coronel" userId="6d0c3b86aaae1ffc" providerId="LiveId" clId="{C9059729-144A-4437-811C-30C029341D3B}" dt="2021-06-12T14:50:42.640" v="629" actId="26606"/>
          <ac:spMkLst>
            <pc:docMk/>
            <pc:sldMk cId="3266634237" sldId="257"/>
            <ac:spMk id="2" creationId="{64A9459E-6361-46C7-B732-BE46832D695B}"/>
          </ac:spMkLst>
        </pc:spChg>
        <pc:spChg chg="add del mod">
          <ac:chgData name="kailynn coronel" userId="6d0c3b86aaae1ffc" providerId="LiveId" clId="{C9059729-144A-4437-811C-30C029341D3B}" dt="2021-06-12T14:09:36.510" v="384" actId="26606"/>
          <ac:spMkLst>
            <pc:docMk/>
            <pc:sldMk cId="3266634237" sldId="257"/>
            <ac:spMk id="3" creationId="{09BE25EA-861E-497D-9422-219F09FDCC37}"/>
          </ac:spMkLst>
        </pc:spChg>
        <pc:spChg chg="add del">
          <ac:chgData name="kailynn coronel" userId="6d0c3b86aaae1ffc" providerId="LiveId" clId="{C9059729-144A-4437-811C-30C029341D3B}" dt="2021-06-12T14:08:34.361" v="371"/>
          <ac:spMkLst>
            <pc:docMk/>
            <pc:sldMk cId="3266634237" sldId="257"/>
            <ac:spMk id="9" creationId="{3BCB5F6A-9EB0-40B0-9D13-3023E9A20508}"/>
          </ac:spMkLst>
        </pc:spChg>
        <pc:spChg chg="add del">
          <ac:chgData name="kailynn coronel" userId="6d0c3b86aaae1ffc" providerId="LiveId" clId="{C9059729-144A-4437-811C-30C029341D3B}" dt="2021-06-12T14:09:29.743" v="379" actId="26606"/>
          <ac:spMkLst>
            <pc:docMk/>
            <pc:sldMk cId="3266634237" sldId="257"/>
            <ac:spMk id="15" creationId="{827B839B-9ADE-406B-8590-F1CAEDED45A1}"/>
          </ac:spMkLst>
        </pc:spChg>
        <pc:spChg chg="add del">
          <ac:chgData name="kailynn coronel" userId="6d0c3b86aaae1ffc" providerId="LiveId" clId="{C9059729-144A-4437-811C-30C029341D3B}" dt="2021-06-12T14:09:29.743" v="379" actId="26606"/>
          <ac:spMkLst>
            <pc:docMk/>
            <pc:sldMk cId="3266634237" sldId="257"/>
            <ac:spMk id="17" creationId="{CFE45BF0-46DB-408C-B5F7-7B11716805D4}"/>
          </ac:spMkLst>
        </pc:spChg>
        <pc:spChg chg="add del">
          <ac:chgData name="kailynn coronel" userId="6d0c3b86aaae1ffc" providerId="LiveId" clId="{C9059729-144A-4437-811C-30C029341D3B}" dt="2021-06-12T14:09:29.743" v="379" actId="26606"/>
          <ac:spMkLst>
            <pc:docMk/>
            <pc:sldMk cId="3266634237" sldId="257"/>
            <ac:spMk id="19" creationId="{2AEBC8F2-97B1-41B4-93F1-2D289E197FBA}"/>
          </ac:spMkLst>
        </pc:spChg>
        <pc:spChg chg="add del">
          <ac:chgData name="kailynn coronel" userId="6d0c3b86aaae1ffc" providerId="LiveId" clId="{C9059729-144A-4437-811C-30C029341D3B}" dt="2021-06-12T14:09:29.743" v="379" actId="26606"/>
          <ac:spMkLst>
            <pc:docMk/>
            <pc:sldMk cId="3266634237" sldId="257"/>
            <ac:spMk id="21" creationId="{472E3A19-F5D5-48FC-BB9C-48C2F68F598B}"/>
          </ac:spMkLst>
        </pc:spChg>
        <pc:spChg chg="add del">
          <ac:chgData name="kailynn coronel" userId="6d0c3b86aaae1ffc" providerId="LiveId" clId="{C9059729-144A-4437-811C-30C029341D3B}" dt="2021-06-12T14:09:29.743" v="379" actId="26606"/>
          <ac:spMkLst>
            <pc:docMk/>
            <pc:sldMk cId="3266634237" sldId="257"/>
            <ac:spMk id="23" creationId="{7A62E32F-BB65-43A8-8EB5-92346890E549}"/>
          </ac:spMkLst>
        </pc:spChg>
        <pc:spChg chg="add del">
          <ac:chgData name="kailynn coronel" userId="6d0c3b86aaae1ffc" providerId="LiveId" clId="{C9059729-144A-4437-811C-30C029341D3B}" dt="2021-06-12T14:09:29.743" v="379" actId="26606"/>
          <ac:spMkLst>
            <pc:docMk/>
            <pc:sldMk cId="3266634237" sldId="257"/>
            <ac:spMk id="25" creationId="{14E91B64-9FCC-451E-AFB4-A827D6329367}"/>
          </ac:spMkLst>
        </pc:spChg>
        <pc:spChg chg="add del">
          <ac:chgData name="kailynn coronel" userId="6d0c3b86aaae1ffc" providerId="LiveId" clId="{C9059729-144A-4437-811C-30C029341D3B}" dt="2021-06-12T14:09:34.975" v="381" actId="26606"/>
          <ac:spMkLst>
            <pc:docMk/>
            <pc:sldMk cId="3266634237" sldId="257"/>
            <ac:spMk id="27" creationId="{8D71EDA1-87BF-4D5D-AB79-F346FD19278A}"/>
          </ac:spMkLst>
        </pc:spChg>
        <pc:spChg chg="add del">
          <ac:chgData name="kailynn coronel" userId="6d0c3b86aaae1ffc" providerId="LiveId" clId="{C9059729-144A-4437-811C-30C029341D3B}" dt="2021-06-12T14:09:34.975" v="381" actId="26606"/>
          <ac:spMkLst>
            <pc:docMk/>
            <pc:sldMk cId="3266634237" sldId="257"/>
            <ac:spMk id="28" creationId="{09588DA8-065E-4F6F-8EFD-43104AB2E0CF}"/>
          </ac:spMkLst>
        </pc:spChg>
        <pc:spChg chg="add del">
          <ac:chgData name="kailynn coronel" userId="6d0c3b86aaae1ffc" providerId="LiveId" clId="{C9059729-144A-4437-811C-30C029341D3B}" dt="2021-06-12T14:09:34.975" v="381" actId="26606"/>
          <ac:spMkLst>
            <pc:docMk/>
            <pc:sldMk cId="3266634237" sldId="257"/>
            <ac:spMk id="29" creationId="{C4285719-470E-454C-AF62-8323075F1F5B}"/>
          </ac:spMkLst>
        </pc:spChg>
        <pc:spChg chg="add del">
          <ac:chgData name="kailynn coronel" userId="6d0c3b86aaae1ffc" providerId="LiveId" clId="{C9059729-144A-4437-811C-30C029341D3B}" dt="2021-06-12T14:09:34.975" v="381" actId="26606"/>
          <ac:spMkLst>
            <pc:docMk/>
            <pc:sldMk cId="3266634237" sldId="257"/>
            <ac:spMk id="30" creationId="{CD9FE4EF-C4D8-49A0-B2FF-81D8DB7D8A24}"/>
          </ac:spMkLst>
        </pc:spChg>
        <pc:spChg chg="add del">
          <ac:chgData name="kailynn coronel" userId="6d0c3b86aaae1ffc" providerId="LiveId" clId="{C9059729-144A-4437-811C-30C029341D3B}" dt="2021-06-12T14:09:34.975" v="381" actId="26606"/>
          <ac:spMkLst>
            <pc:docMk/>
            <pc:sldMk cId="3266634237" sldId="257"/>
            <ac:spMk id="31" creationId="{4300840D-0A0B-4512-BACA-B439D5B9C57C}"/>
          </ac:spMkLst>
        </pc:spChg>
        <pc:spChg chg="add del">
          <ac:chgData name="kailynn coronel" userId="6d0c3b86aaae1ffc" providerId="LiveId" clId="{C9059729-144A-4437-811C-30C029341D3B}" dt="2021-06-12T14:09:34.975" v="381" actId="26606"/>
          <ac:spMkLst>
            <pc:docMk/>
            <pc:sldMk cId="3266634237" sldId="257"/>
            <ac:spMk id="32" creationId="{D2B78728-A580-49A7-84F9-6EF6F583ADE0}"/>
          </ac:spMkLst>
        </pc:spChg>
        <pc:spChg chg="add del">
          <ac:chgData name="kailynn coronel" userId="6d0c3b86aaae1ffc" providerId="LiveId" clId="{C9059729-144A-4437-811C-30C029341D3B}" dt="2021-06-12T14:09:34.975" v="381" actId="26606"/>
          <ac:spMkLst>
            <pc:docMk/>
            <pc:sldMk cId="3266634237" sldId="257"/>
            <ac:spMk id="33" creationId="{38FAA1A1-D861-433F-88FA-1E9D6FD31D11}"/>
          </ac:spMkLst>
        </pc:spChg>
        <pc:spChg chg="add del">
          <ac:chgData name="kailynn coronel" userId="6d0c3b86aaae1ffc" providerId="LiveId" clId="{C9059729-144A-4437-811C-30C029341D3B}" dt="2021-06-12T14:11:00.557" v="408" actId="26606"/>
          <ac:spMkLst>
            <pc:docMk/>
            <pc:sldMk cId="3266634237" sldId="257"/>
            <ac:spMk id="37" creationId="{907EF6B7-1338-4443-8C46-6A318D952DFD}"/>
          </ac:spMkLst>
        </pc:spChg>
        <pc:spChg chg="add del">
          <ac:chgData name="kailynn coronel" userId="6d0c3b86aaae1ffc" providerId="LiveId" clId="{C9059729-144A-4437-811C-30C029341D3B}" dt="2021-06-12T14:11:00.557" v="408" actId="26606"/>
          <ac:spMkLst>
            <pc:docMk/>
            <pc:sldMk cId="3266634237" sldId="257"/>
            <ac:spMk id="38" creationId="{DAAE4CDD-124C-4DCF-9584-B6033B545DD5}"/>
          </ac:spMkLst>
        </pc:spChg>
        <pc:spChg chg="add del">
          <ac:chgData name="kailynn coronel" userId="6d0c3b86aaae1ffc" providerId="LiveId" clId="{C9059729-144A-4437-811C-30C029341D3B}" dt="2021-06-12T14:11:00.557" v="408" actId="26606"/>
          <ac:spMkLst>
            <pc:docMk/>
            <pc:sldMk cId="3266634237" sldId="257"/>
            <ac:spMk id="39" creationId="{081E4A58-353D-44AE-B2FC-2A74E2E400F7}"/>
          </ac:spMkLst>
        </pc:spChg>
        <pc:spChg chg="add mod ord">
          <ac:chgData name="kailynn coronel" userId="6d0c3b86aaae1ffc" providerId="LiveId" clId="{C9059729-144A-4437-811C-30C029341D3B}" dt="2021-06-12T22:31:08.578" v="4718" actId="5793"/>
          <ac:spMkLst>
            <pc:docMk/>
            <pc:sldMk cId="3266634237" sldId="257"/>
            <ac:spMk id="40" creationId="{09BE25EA-861E-497D-9422-219F09FDCC37}"/>
          </ac:spMkLst>
        </pc:spChg>
        <pc:spChg chg="add del">
          <ac:chgData name="kailynn coronel" userId="6d0c3b86aaae1ffc" providerId="LiveId" clId="{C9059729-144A-4437-811C-30C029341D3B}" dt="2021-06-12T14:46:41.708" v="610" actId="26606"/>
          <ac:spMkLst>
            <pc:docMk/>
            <pc:sldMk cId="3266634237" sldId="257"/>
            <ac:spMk id="42" creationId="{2EB492CD-616E-47F8-933B-5E2D952A0593}"/>
          </ac:spMkLst>
        </pc:spChg>
        <pc:spChg chg="add del">
          <ac:chgData name="kailynn coronel" userId="6d0c3b86aaae1ffc" providerId="LiveId" clId="{C9059729-144A-4437-811C-30C029341D3B}" dt="2021-06-12T14:46:41.708" v="610" actId="26606"/>
          <ac:spMkLst>
            <pc:docMk/>
            <pc:sldMk cId="3266634237" sldId="257"/>
            <ac:spMk id="43" creationId="{59383CF9-23B5-4335-9B21-1791C4CF1C75}"/>
          </ac:spMkLst>
        </pc:spChg>
        <pc:spChg chg="add del">
          <ac:chgData name="kailynn coronel" userId="6d0c3b86aaae1ffc" providerId="LiveId" clId="{C9059729-144A-4437-811C-30C029341D3B}" dt="2021-06-12T14:10:58.923" v="403" actId="26606"/>
          <ac:spMkLst>
            <pc:docMk/>
            <pc:sldMk cId="3266634237" sldId="257"/>
            <ac:spMk id="45" creationId="{1BB867FF-FC45-48F7-8104-F89BE54909F1}"/>
          </ac:spMkLst>
        </pc:spChg>
        <pc:spChg chg="add del">
          <ac:chgData name="kailynn coronel" userId="6d0c3b86aaae1ffc" providerId="LiveId" clId="{C9059729-144A-4437-811C-30C029341D3B}" dt="2021-06-12T14:46:41.708" v="610" actId="26606"/>
          <ac:spMkLst>
            <pc:docMk/>
            <pc:sldMk cId="3266634237" sldId="257"/>
            <ac:spMk id="46" creationId="{0007FE00-9498-4706-B255-6437B0252C02}"/>
          </ac:spMkLst>
        </pc:spChg>
        <pc:spChg chg="add del">
          <ac:chgData name="kailynn coronel" userId="6d0c3b86aaae1ffc" providerId="LiveId" clId="{C9059729-144A-4437-811C-30C029341D3B}" dt="2021-06-12T14:10:58.923" v="403" actId="26606"/>
          <ac:spMkLst>
            <pc:docMk/>
            <pc:sldMk cId="3266634237" sldId="257"/>
            <ac:spMk id="47" creationId="{8BB56887-D0D5-4F0C-9E19-7247EB83C8B7}"/>
          </ac:spMkLst>
        </pc:spChg>
        <pc:spChg chg="add del">
          <ac:chgData name="kailynn coronel" userId="6d0c3b86aaae1ffc" providerId="LiveId" clId="{C9059729-144A-4437-811C-30C029341D3B}" dt="2021-06-12T14:46:45.340" v="612" actId="26606"/>
          <ac:spMkLst>
            <pc:docMk/>
            <pc:sldMk cId="3266634237" sldId="257"/>
            <ac:spMk id="48" creationId="{389575E1-3389-451A-A5F7-27854C25C599}"/>
          </ac:spMkLst>
        </pc:spChg>
        <pc:spChg chg="add del">
          <ac:chgData name="kailynn coronel" userId="6d0c3b86aaae1ffc" providerId="LiveId" clId="{C9059729-144A-4437-811C-30C029341D3B}" dt="2021-06-12T14:10:58.923" v="403" actId="26606"/>
          <ac:spMkLst>
            <pc:docMk/>
            <pc:sldMk cId="3266634237" sldId="257"/>
            <ac:spMk id="49" creationId="{081E4A58-353D-44AE-B2FC-2A74E2E400F7}"/>
          </ac:spMkLst>
        </pc:spChg>
        <pc:spChg chg="add del">
          <ac:chgData name="kailynn coronel" userId="6d0c3b86aaae1ffc" providerId="LiveId" clId="{C9059729-144A-4437-811C-30C029341D3B}" dt="2021-06-12T14:46:45.340" v="612" actId="26606"/>
          <ac:spMkLst>
            <pc:docMk/>
            <pc:sldMk cId="3266634237" sldId="257"/>
            <ac:spMk id="50" creationId="{A53CCC5C-D88E-40FB-B30B-23DCDBD01D37}"/>
          </ac:spMkLst>
        </pc:spChg>
        <pc:spChg chg="add del">
          <ac:chgData name="kailynn coronel" userId="6d0c3b86aaae1ffc" providerId="LiveId" clId="{C9059729-144A-4437-811C-30C029341D3B}" dt="2021-06-12T14:10:59.850" v="405" actId="26606"/>
          <ac:spMkLst>
            <pc:docMk/>
            <pc:sldMk cId="3266634237" sldId="257"/>
            <ac:spMk id="51" creationId="{389575E1-3389-451A-A5F7-27854C25C599}"/>
          </ac:spMkLst>
        </pc:spChg>
        <pc:spChg chg="add del">
          <ac:chgData name="kailynn coronel" userId="6d0c3b86aaae1ffc" providerId="LiveId" clId="{C9059729-144A-4437-811C-30C029341D3B}" dt="2021-06-12T14:10:59.850" v="405" actId="26606"/>
          <ac:spMkLst>
            <pc:docMk/>
            <pc:sldMk cId="3266634237" sldId="257"/>
            <ac:spMk id="52" creationId="{A53CCC5C-D88E-40FB-B30B-23DCDBD01D37}"/>
          </ac:spMkLst>
        </pc:spChg>
        <pc:spChg chg="add del">
          <ac:chgData name="kailynn coronel" userId="6d0c3b86aaae1ffc" providerId="LiveId" clId="{C9059729-144A-4437-811C-30C029341D3B}" dt="2021-06-12T14:10:59.850" v="405" actId="26606"/>
          <ac:spMkLst>
            <pc:docMk/>
            <pc:sldMk cId="3266634237" sldId="257"/>
            <ac:spMk id="53" creationId="{081E4A58-353D-44AE-B2FC-2A74E2E400F7}"/>
          </ac:spMkLst>
        </pc:spChg>
        <pc:spChg chg="add del">
          <ac:chgData name="kailynn coronel" userId="6d0c3b86aaae1ffc" providerId="LiveId" clId="{C9059729-144A-4437-811C-30C029341D3B}" dt="2021-06-12T14:46:45.340" v="612" actId="26606"/>
          <ac:spMkLst>
            <pc:docMk/>
            <pc:sldMk cId="3266634237" sldId="257"/>
            <ac:spMk id="54" creationId="{081E4A58-353D-44AE-B2FC-2A74E2E400F7}"/>
          </ac:spMkLst>
        </pc:spChg>
        <pc:spChg chg="add del">
          <ac:chgData name="kailynn coronel" userId="6d0c3b86aaae1ffc" providerId="LiveId" clId="{C9059729-144A-4437-811C-30C029341D3B}" dt="2021-06-12T14:11:00.552" v="407" actId="26606"/>
          <ac:spMkLst>
            <pc:docMk/>
            <pc:sldMk cId="3266634237" sldId="257"/>
            <ac:spMk id="55" creationId="{907EF6B7-1338-4443-8C46-6A318D952DFD}"/>
          </ac:spMkLst>
        </pc:spChg>
        <pc:spChg chg="add del">
          <ac:chgData name="kailynn coronel" userId="6d0c3b86aaae1ffc" providerId="LiveId" clId="{C9059729-144A-4437-811C-30C029341D3B}" dt="2021-06-12T14:11:00.552" v="407" actId="26606"/>
          <ac:spMkLst>
            <pc:docMk/>
            <pc:sldMk cId="3266634237" sldId="257"/>
            <ac:spMk id="56" creationId="{DAAE4CDD-124C-4DCF-9584-B6033B545DD5}"/>
          </ac:spMkLst>
        </pc:spChg>
        <pc:spChg chg="add del">
          <ac:chgData name="kailynn coronel" userId="6d0c3b86aaae1ffc" providerId="LiveId" clId="{C9059729-144A-4437-811C-30C029341D3B}" dt="2021-06-12T14:11:00.552" v="407" actId="26606"/>
          <ac:spMkLst>
            <pc:docMk/>
            <pc:sldMk cId="3266634237" sldId="257"/>
            <ac:spMk id="57" creationId="{081E4A58-353D-44AE-B2FC-2A74E2E400F7}"/>
          </ac:spMkLst>
        </pc:spChg>
        <pc:spChg chg="add del">
          <ac:chgData name="kailynn coronel" userId="6d0c3b86aaae1ffc" providerId="LiveId" clId="{C9059729-144A-4437-811C-30C029341D3B}" dt="2021-06-12T14:47:05.167" v="616" actId="26606"/>
          <ac:spMkLst>
            <pc:docMk/>
            <pc:sldMk cId="3266634237" sldId="257"/>
            <ac:spMk id="58" creationId="{2EB492CD-616E-47F8-933B-5E2D952A0593}"/>
          </ac:spMkLst>
        </pc:spChg>
        <pc:spChg chg="add del">
          <ac:chgData name="kailynn coronel" userId="6d0c3b86aaae1ffc" providerId="LiveId" clId="{C9059729-144A-4437-811C-30C029341D3B}" dt="2021-06-12T14:44:59.329" v="593"/>
          <ac:spMkLst>
            <pc:docMk/>
            <pc:sldMk cId="3266634237" sldId="257"/>
            <ac:spMk id="59" creationId="{389575E1-3389-451A-A5F7-27854C25C599}"/>
          </ac:spMkLst>
        </pc:spChg>
        <pc:spChg chg="add del">
          <ac:chgData name="kailynn coronel" userId="6d0c3b86aaae1ffc" providerId="LiveId" clId="{C9059729-144A-4437-811C-30C029341D3B}" dt="2021-06-12T14:44:59.329" v="593"/>
          <ac:spMkLst>
            <pc:docMk/>
            <pc:sldMk cId="3266634237" sldId="257"/>
            <ac:spMk id="60" creationId="{A53CCC5C-D88E-40FB-B30B-23DCDBD01D37}"/>
          </ac:spMkLst>
        </pc:spChg>
        <pc:spChg chg="add del">
          <ac:chgData name="kailynn coronel" userId="6d0c3b86aaae1ffc" providerId="LiveId" clId="{C9059729-144A-4437-811C-30C029341D3B}" dt="2021-06-12T14:44:59.329" v="593"/>
          <ac:spMkLst>
            <pc:docMk/>
            <pc:sldMk cId="3266634237" sldId="257"/>
            <ac:spMk id="61" creationId="{081E4A58-353D-44AE-B2FC-2A74E2E400F7}"/>
          </ac:spMkLst>
        </pc:spChg>
        <pc:spChg chg="add del">
          <ac:chgData name="kailynn coronel" userId="6d0c3b86aaae1ffc" providerId="LiveId" clId="{C9059729-144A-4437-811C-30C029341D3B}" dt="2021-06-12T14:47:05.167" v="616" actId="26606"/>
          <ac:spMkLst>
            <pc:docMk/>
            <pc:sldMk cId="3266634237" sldId="257"/>
            <ac:spMk id="62" creationId="{59383CF9-23B5-4335-9B21-1791C4CF1C75}"/>
          </ac:spMkLst>
        </pc:spChg>
        <pc:spChg chg="add del">
          <ac:chgData name="kailynn coronel" userId="6d0c3b86aaae1ffc" providerId="LiveId" clId="{C9059729-144A-4437-811C-30C029341D3B}" dt="2021-06-12T14:47:05.167" v="616" actId="26606"/>
          <ac:spMkLst>
            <pc:docMk/>
            <pc:sldMk cId="3266634237" sldId="257"/>
            <ac:spMk id="63" creationId="{0007FE00-9498-4706-B255-6437B0252C02}"/>
          </ac:spMkLst>
        </pc:spChg>
        <pc:spChg chg="add del">
          <ac:chgData name="kailynn coronel" userId="6d0c3b86aaae1ffc" providerId="LiveId" clId="{C9059729-144A-4437-811C-30C029341D3B}" dt="2021-06-12T14:50:32.450" v="628" actId="26606"/>
          <ac:spMkLst>
            <pc:docMk/>
            <pc:sldMk cId="3266634237" sldId="257"/>
            <ac:spMk id="65" creationId="{2EB492CD-616E-47F8-933B-5E2D952A0593}"/>
          </ac:spMkLst>
        </pc:spChg>
        <pc:spChg chg="add del">
          <ac:chgData name="kailynn coronel" userId="6d0c3b86aaae1ffc" providerId="LiveId" clId="{C9059729-144A-4437-811C-30C029341D3B}" dt="2021-06-12T14:50:32.450" v="628" actId="26606"/>
          <ac:spMkLst>
            <pc:docMk/>
            <pc:sldMk cId="3266634237" sldId="257"/>
            <ac:spMk id="66" creationId="{59383CF9-23B5-4335-9B21-1791C4CF1C75}"/>
          </ac:spMkLst>
        </pc:spChg>
        <pc:spChg chg="add del">
          <ac:chgData name="kailynn coronel" userId="6d0c3b86aaae1ffc" providerId="LiveId" clId="{C9059729-144A-4437-811C-30C029341D3B}" dt="2021-06-12T14:50:32.450" v="628" actId="26606"/>
          <ac:spMkLst>
            <pc:docMk/>
            <pc:sldMk cId="3266634237" sldId="257"/>
            <ac:spMk id="67" creationId="{0007FE00-9498-4706-B255-6437B0252C02}"/>
          </ac:spMkLst>
        </pc:spChg>
        <pc:spChg chg="add del">
          <ac:chgData name="kailynn coronel" userId="6d0c3b86aaae1ffc" providerId="LiveId" clId="{C9059729-144A-4437-811C-30C029341D3B}" dt="2021-06-12T14:50:42.640" v="629" actId="26606"/>
          <ac:spMkLst>
            <pc:docMk/>
            <pc:sldMk cId="3266634237" sldId="257"/>
            <ac:spMk id="73" creationId="{91F32EBA-ED97-466E-8CFA-8382584155D0}"/>
          </ac:spMkLst>
        </pc:spChg>
        <pc:spChg chg="add del">
          <ac:chgData name="kailynn coronel" userId="6d0c3b86aaae1ffc" providerId="LiveId" clId="{C9059729-144A-4437-811C-30C029341D3B}" dt="2021-06-12T14:50:42.640" v="629" actId="26606"/>
          <ac:spMkLst>
            <pc:docMk/>
            <pc:sldMk cId="3266634237" sldId="257"/>
            <ac:spMk id="75" creationId="{62A38935-BB53-4DF7-A56E-48DD25B685D7}"/>
          </ac:spMkLst>
        </pc:spChg>
        <pc:spChg chg="add">
          <ac:chgData name="kailynn coronel" userId="6d0c3b86aaae1ffc" providerId="LiveId" clId="{C9059729-144A-4437-811C-30C029341D3B}" dt="2021-06-12T14:50:42.640" v="629" actId="26606"/>
          <ac:spMkLst>
            <pc:docMk/>
            <pc:sldMk cId="3266634237" sldId="257"/>
            <ac:spMk id="80" creationId="{2EB492CD-616E-47F8-933B-5E2D952A0593}"/>
          </ac:spMkLst>
        </pc:spChg>
        <pc:spChg chg="add">
          <ac:chgData name="kailynn coronel" userId="6d0c3b86aaae1ffc" providerId="LiveId" clId="{C9059729-144A-4437-811C-30C029341D3B}" dt="2021-06-12T14:50:42.640" v="629" actId="26606"/>
          <ac:spMkLst>
            <pc:docMk/>
            <pc:sldMk cId="3266634237" sldId="257"/>
            <ac:spMk id="82" creationId="{59383CF9-23B5-4335-9B21-1791C4CF1C75}"/>
          </ac:spMkLst>
        </pc:spChg>
        <pc:spChg chg="add">
          <ac:chgData name="kailynn coronel" userId="6d0c3b86aaae1ffc" providerId="LiveId" clId="{C9059729-144A-4437-811C-30C029341D3B}" dt="2021-06-12T14:50:42.640" v="629" actId="26606"/>
          <ac:spMkLst>
            <pc:docMk/>
            <pc:sldMk cId="3266634237" sldId="257"/>
            <ac:spMk id="84" creationId="{0007FE00-9498-4706-B255-6437B0252C02}"/>
          </ac:spMkLst>
        </pc:spChg>
        <pc:graphicFrameChg chg="add del">
          <ac:chgData name="kailynn coronel" userId="6d0c3b86aaae1ffc" providerId="LiveId" clId="{C9059729-144A-4437-811C-30C029341D3B}" dt="2021-06-12T14:09:36.500" v="383" actId="26606"/>
          <ac:graphicFrameMkLst>
            <pc:docMk/>
            <pc:sldMk cId="3266634237" sldId="257"/>
            <ac:graphicFrameMk id="12" creationId="{B363A60A-BF67-40B6-A42A-4F18A95E08D6}"/>
          </ac:graphicFrameMkLst>
        </pc:graphicFrameChg>
        <pc:picChg chg="del mod">
          <ac:chgData name="kailynn coronel" userId="6d0c3b86aaae1ffc" providerId="LiveId" clId="{C9059729-144A-4437-811C-30C029341D3B}" dt="2021-06-12T14:09:23.184" v="377" actId="478"/>
          <ac:picMkLst>
            <pc:docMk/>
            <pc:sldMk cId="3266634237" sldId="257"/>
            <ac:picMk id="5" creationId="{01D4CA25-7782-4CA5-97AC-99E909CB0F5A}"/>
          </ac:picMkLst>
        </pc:picChg>
        <pc:picChg chg="add del">
          <ac:chgData name="kailynn coronel" userId="6d0c3b86aaae1ffc" providerId="LiveId" clId="{C9059729-144A-4437-811C-30C029341D3B}" dt="2021-06-12T14:09:36.500" v="383" actId="26606"/>
          <ac:picMkLst>
            <pc:docMk/>
            <pc:sldMk cId="3266634237" sldId="257"/>
            <ac:picMk id="13" creationId="{145A5A7B-32FC-44A7-9DA2-3BE38CFD4F9C}"/>
          </ac:picMkLst>
        </pc:picChg>
        <pc:picChg chg="add del">
          <ac:chgData name="kailynn coronel" userId="6d0c3b86aaae1ffc" providerId="LiveId" clId="{C9059729-144A-4437-811C-30C029341D3B}" dt="2021-06-12T14:46:41.708" v="610" actId="26606"/>
          <ac:picMkLst>
            <pc:docMk/>
            <pc:sldMk cId="3266634237" sldId="257"/>
            <ac:picMk id="44" creationId="{FF58ACD2-B124-4FF4-817E-910F204FDBC3}"/>
          </ac:picMkLst>
        </pc:picChg>
        <pc:picChg chg="add del mod">
          <ac:chgData name="kailynn coronel" userId="6d0c3b86aaae1ffc" providerId="LiveId" clId="{C9059729-144A-4437-811C-30C029341D3B}" dt="2021-06-12T14:47:05.167" v="616" actId="26606"/>
          <ac:picMkLst>
            <pc:docMk/>
            <pc:sldMk cId="3266634237" sldId="257"/>
            <ac:picMk id="64" creationId="{FF58ACD2-B124-4FF4-817E-910F204FDBC3}"/>
          </ac:picMkLst>
        </pc:picChg>
        <pc:picChg chg="add mod ord">
          <ac:chgData name="kailynn coronel" userId="6d0c3b86aaae1ffc" providerId="LiveId" clId="{C9059729-144A-4437-811C-30C029341D3B}" dt="2021-06-12T14:50:42.640" v="629" actId="26606"/>
          <ac:picMkLst>
            <pc:docMk/>
            <pc:sldMk cId="3266634237" sldId="257"/>
            <ac:picMk id="68" creationId="{47CEBB03-F06B-42DA-B812-E13E081AA4BA}"/>
          </ac:picMkLst>
        </pc:picChg>
        <pc:cxnChg chg="add del">
          <ac:chgData name="kailynn coronel" userId="6d0c3b86aaae1ffc" providerId="LiveId" clId="{C9059729-144A-4437-811C-30C029341D3B}" dt="2021-06-12T14:09:36.510" v="384" actId="26606"/>
          <ac:cxnSpMkLst>
            <pc:docMk/>
            <pc:sldMk cId="3266634237" sldId="257"/>
            <ac:cxnSpMk id="10" creationId="{A7F400EE-A8A5-48AF-B4D6-291B52C6F0B0}"/>
          </ac:cxnSpMkLst>
        </pc:cxnChg>
        <pc:cxnChg chg="add del">
          <ac:chgData name="kailynn coronel" userId="6d0c3b86aaae1ffc" providerId="LiveId" clId="{C9059729-144A-4437-811C-30C029341D3B}" dt="2021-06-12T14:09:36.500" v="383" actId="26606"/>
          <ac:cxnSpMkLst>
            <pc:docMk/>
            <pc:sldMk cId="3266634237" sldId="257"/>
            <ac:cxnSpMk id="35" creationId="{A7F400EE-A8A5-48AF-B4D6-291B52C6F0B0}"/>
          </ac:cxnSpMkLst>
        </pc:cxnChg>
      </pc:sldChg>
      <pc:sldChg chg="addSp delSp modSp mod ord setBg setClrOvrMap delDesignElem">
        <pc:chgData name="kailynn coronel" userId="6d0c3b86aaae1ffc" providerId="LiveId" clId="{C9059729-144A-4437-811C-30C029341D3B}" dt="2021-06-12T22:30:39.291" v="4689"/>
        <pc:sldMkLst>
          <pc:docMk/>
          <pc:sldMk cId="1347222474" sldId="259"/>
        </pc:sldMkLst>
        <pc:spChg chg="mod">
          <ac:chgData name="kailynn coronel" userId="6d0c3b86aaae1ffc" providerId="LiveId" clId="{C9059729-144A-4437-811C-30C029341D3B}" dt="2021-06-12T14:25:44.783" v="489" actId="113"/>
          <ac:spMkLst>
            <pc:docMk/>
            <pc:sldMk cId="1347222474" sldId="259"/>
            <ac:spMk id="2" creationId="{6E4E4328-7ECD-437D-8D4E-98FFEED35F1A}"/>
          </ac:spMkLst>
        </pc:spChg>
        <pc:spChg chg="add del">
          <ac:chgData name="kailynn coronel" userId="6d0c3b86aaae1ffc" providerId="LiveId" clId="{C9059729-144A-4437-811C-30C029341D3B}" dt="2021-06-12T13:56:58.104" v="74" actId="26606"/>
          <ac:spMkLst>
            <pc:docMk/>
            <pc:sldMk cId="1347222474" sldId="259"/>
            <ac:spMk id="3" creationId="{F8A66AD7-D298-4AFC-930C-F72BA8E6C948}"/>
          </ac:spMkLst>
        </pc:spChg>
        <pc:spChg chg="add del">
          <ac:chgData name="kailynn coronel" userId="6d0c3b86aaae1ffc" providerId="LiveId" clId="{C9059729-144A-4437-811C-30C029341D3B}" dt="2021-06-12T13:56:41.393" v="67" actId="26606"/>
          <ac:spMkLst>
            <pc:docMk/>
            <pc:sldMk cId="1347222474" sldId="259"/>
            <ac:spMk id="9" creationId="{9F4444CE-BC8D-4D61-B303-4C05614E62AB}"/>
          </ac:spMkLst>
        </pc:spChg>
        <pc:spChg chg="add del">
          <ac:chgData name="kailynn coronel" userId="6d0c3b86aaae1ffc" providerId="LiveId" clId="{C9059729-144A-4437-811C-30C029341D3B}" dt="2021-06-12T13:56:41.393" v="67" actId="26606"/>
          <ac:spMkLst>
            <pc:docMk/>
            <pc:sldMk cId="1347222474" sldId="259"/>
            <ac:spMk id="11" creationId="{73772B81-181F-48B7-8826-4D9686D15DF5}"/>
          </ac:spMkLst>
        </pc:spChg>
        <pc:spChg chg="add del">
          <ac:chgData name="kailynn coronel" userId="6d0c3b86aaae1ffc" providerId="LiveId" clId="{C9059729-144A-4437-811C-30C029341D3B}" dt="2021-06-12T13:56:41.393" v="67" actId="26606"/>
          <ac:spMkLst>
            <pc:docMk/>
            <pc:sldMk cId="1347222474" sldId="259"/>
            <ac:spMk id="13" creationId="{B2205F6E-03C6-4E92-877C-E2482F6599AA}"/>
          </ac:spMkLst>
        </pc:spChg>
        <pc:spChg chg="add del">
          <ac:chgData name="kailynn coronel" userId="6d0c3b86aaae1ffc" providerId="LiveId" clId="{C9059729-144A-4437-811C-30C029341D3B}" dt="2021-06-12T13:56:52.596" v="69" actId="26606"/>
          <ac:spMkLst>
            <pc:docMk/>
            <pc:sldMk cId="1347222474" sldId="259"/>
            <ac:spMk id="21" creationId="{655AE6B0-AC9E-4167-806F-E9DB135FC46B}"/>
          </ac:spMkLst>
        </pc:spChg>
        <pc:spChg chg="add del">
          <ac:chgData name="kailynn coronel" userId="6d0c3b86aaae1ffc" providerId="LiveId" clId="{C9059729-144A-4437-811C-30C029341D3B}" dt="2021-06-12T13:56:52.596" v="69" actId="26606"/>
          <ac:spMkLst>
            <pc:docMk/>
            <pc:sldMk cId="1347222474" sldId="259"/>
            <ac:spMk id="22" creationId="{87BD1F4E-A66D-4C06-86DA-8D56CA7A3B41}"/>
          </ac:spMkLst>
        </pc:spChg>
        <pc:spChg chg="add del">
          <ac:chgData name="kailynn coronel" userId="6d0c3b86aaae1ffc" providerId="LiveId" clId="{C9059729-144A-4437-811C-30C029341D3B}" dt="2021-06-12T13:56:57.117" v="71" actId="26606"/>
          <ac:spMkLst>
            <pc:docMk/>
            <pc:sldMk cId="1347222474" sldId="259"/>
            <ac:spMk id="27" creationId="{9F4444CE-BC8D-4D61-B303-4C05614E62AB}"/>
          </ac:spMkLst>
        </pc:spChg>
        <pc:spChg chg="add del">
          <ac:chgData name="kailynn coronel" userId="6d0c3b86aaae1ffc" providerId="LiveId" clId="{C9059729-144A-4437-811C-30C029341D3B}" dt="2021-06-12T13:56:57.117" v="71" actId="26606"/>
          <ac:spMkLst>
            <pc:docMk/>
            <pc:sldMk cId="1347222474" sldId="259"/>
            <ac:spMk id="28" creationId="{73772B81-181F-48B7-8826-4D9686D15DF5}"/>
          </ac:spMkLst>
        </pc:spChg>
        <pc:spChg chg="add del">
          <ac:chgData name="kailynn coronel" userId="6d0c3b86aaae1ffc" providerId="LiveId" clId="{C9059729-144A-4437-811C-30C029341D3B}" dt="2021-06-12T13:56:57.117" v="71" actId="26606"/>
          <ac:spMkLst>
            <pc:docMk/>
            <pc:sldMk cId="1347222474" sldId="259"/>
            <ac:spMk id="29" creationId="{B2205F6E-03C6-4E92-877C-E2482F6599AA}"/>
          </ac:spMkLst>
        </pc:spChg>
        <pc:spChg chg="add del">
          <ac:chgData name="kailynn coronel" userId="6d0c3b86aaae1ffc" providerId="LiveId" clId="{C9059729-144A-4437-811C-30C029341D3B}" dt="2021-06-12T13:56:58.076" v="73" actId="26606"/>
          <ac:spMkLst>
            <pc:docMk/>
            <pc:sldMk cId="1347222474" sldId="259"/>
            <ac:spMk id="32" creationId="{9F4444CE-BC8D-4D61-B303-4C05614E62AB}"/>
          </ac:spMkLst>
        </pc:spChg>
        <pc:spChg chg="add del">
          <ac:chgData name="kailynn coronel" userId="6d0c3b86aaae1ffc" providerId="LiveId" clId="{C9059729-144A-4437-811C-30C029341D3B}" dt="2021-06-12T13:56:58.076" v="73" actId="26606"/>
          <ac:spMkLst>
            <pc:docMk/>
            <pc:sldMk cId="1347222474" sldId="259"/>
            <ac:spMk id="33" creationId="{73772B81-181F-48B7-8826-4D9686D15DF5}"/>
          </ac:spMkLst>
        </pc:spChg>
        <pc:spChg chg="add del">
          <ac:chgData name="kailynn coronel" userId="6d0c3b86aaae1ffc" providerId="LiveId" clId="{C9059729-144A-4437-811C-30C029341D3B}" dt="2021-06-12T13:56:58.076" v="73" actId="26606"/>
          <ac:spMkLst>
            <pc:docMk/>
            <pc:sldMk cId="1347222474" sldId="259"/>
            <ac:spMk id="34" creationId="{B2205F6E-03C6-4E92-877C-E2482F6599AA}"/>
          </ac:spMkLst>
        </pc:spChg>
        <pc:spChg chg="add del">
          <ac:chgData name="kailynn coronel" userId="6d0c3b86aaae1ffc" providerId="LiveId" clId="{C9059729-144A-4437-811C-30C029341D3B}" dt="2021-06-12T14:08:34.361" v="371"/>
          <ac:spMkLst>
            <pc:docMk/>
            <pc:sldMk cId="1347222474" sldId="259"/>
            <ac:spMk id="37" creationId="{655AE6B0-AC9E-4167-806F-E9DB135FC46B}"/>
          </ac:spMkLst>
        </pc:spChg>
        <pc:spChg chg="add del">
          <ac:chgData name="kailynn coronel" userId="6d0c3b86aaae1ffc" providerId="LiveId" clId="{C9059729-144A-4437-811C-30C029341D3B}" dt="2021-06-12T14:08:34.361" v="371"/>
          <ac:spMkLst>
            <pc:docMk/>
            <pc:sldMk cId="1347222474" sldId="259"/>
            <ac:spMk id="40" creationId="{87BD1F4E-A66D-4C06-86DA-8D56CA7A3B41}"/>
          </ac:spMkLst>
        </pc:spChg>
        <pc:spChg chg="add del">
          <ac:chgData name="kailynn coronel" userId="6d0c3b86aaae1ffc" providerId="LiveId" clId="{C9059729-144A-4437-811C-30C029341D3B}" dt="2021-06-12T13:57:15.517" v="76" actId="26606"/>
          <ac:spMkLst>
            <pc:docMk/>
            <pc:sldMk cId="1347222474" sldId="259"/>
            <ac:spMk id="46" creationId="{655AE6B0-AC9E-4167-806F-E9DB135FC46B}"/>
          </ac:spMkLst>
        </pc:spChg>
        <pc:spChg chg="add del">
          <ac:chgData name="kailynn coronel" userId="6d0c3b86aaae1ffc" providerId="LiveId" clId="{C9059729-144A-4437-811C-30C029341D3B}" dt="2021-06-12T14:00:24.832" v="111" actId="26606"/>
          <ac:spMkLst>
            <pc:docMk/>
            <pc:sldMk cId="1347222474" sldId="259"/>
            <ac:spMk id="47" creationId="{C5E6CFF1-2F42-4E10-9A97-F116F46F53FE}"/>
          </ac:spMkLst>
        </pc:spChg>
        <pc:spChg chg="add del">
          <ac:chgData name="kailynn coronel" userId="6d0c3b86aaae1ffc" providerId="LiveId" clId="{C9059729-144A-4437-811C-30C029341D3B}" dt="2021-06-12T14:00:26.305" v="113" actId="26606"/>
          <ac:spMkLst>
            <pc:docMk/>
            <pc:sldMk cId="1347222474" sldId="259"/>
            <ac:spMk id="55" creationId="{345A976A-8DE3-4B67-B94B-2044FDD12899}"/>
          </ac:spMkLst>
        </pc:spChg>
        <pc:spChg chg="add del">
          <ac:chgData name="kailynn coronel" userId="6d0c3b86aaae1ffc" providerId="LiveId" clId="{C9059729-144A-4437-811C-30C029341D3B}" dt="2021-06-12T13:57:15.517" v="76" actId="26606"/>
          <ac:spMkLst>
            <pc:docMk/>
            <pc:sldMk cId="1347222474" sldId="259"/>
            <ac:spMk id="59" creationId="{87BD1F4E-A66D-4C06-86DA-8D56CA7A3B41}"/>
          </ac:spMkLst>
        </pc:spChg>
        <pc:spChg chg="add del">
          <ac:chgData name="kailynn coronel" userId="6d0c3b86aaae1ffc" providerId="LiveId" clId="{C9059729-144A-4437-811C-30C029341D3B}" dt="2021-06-12T14:00:26.305" v="113" actId="26606"/>
          <ac:spMkLst>
            <pc:docMk/>
            <pc:sldMk cId="1347222474" sldId="259"/>
            <ac:spMk id="61" creationId="{6EAAA1B9-2DDB-49C9-A037-A523D2F13C15}"/>
          </ac:spMkLst>
        </pc:spChg>
        <pc:spChg chg="add del">
          <ac:chgData name="kailynn coronel" userId="6d0c3b86aaae1ffc" providerId="LiveId" clId="{C9059729-144A-4437-811C-30C029341D3B}" dt="2021-06-12T14:00:30.859" v="115" actId="26606"/>
          <ac:spMkLst>
            <pc:docMk/>
            <pc:sldMk cId="1347222474" sldId="259"/>
            <ac:spMk id="64" creationId="{B819A166-7571-4003-A6B8-B62034C3ED30}"/>
          </ac:spMkLst>
        </pc:spChg>
        <pc:spChg chg="add del">
          <ac:chgData name="kailynn coronel" userId="6d0c3b86aaae1ffc" providerId="LiveId" clId="{C9059729-144A-4437-811C-30C029341D3B}" dt="2021-06-12T14:00:32.974" v="117" actId="26606"/>
          <ac:spMkLst>
            <pc:docMk/>
            <pc:sldMk cId="1347222474" sldId="259"/>
            <ac:spMk id="66" creationId="{2E442304-DDBD-4F7B-8017-36BCC863FB40}"/>
          </ac:spMkLst>
        </pc:spChg>
        <pc:spChg chg="add del">
          <ac:chgData name="kailynn coronel" userId="6d0c3b86aaae1ffc" providerId="LiveId" clId="{C9059729-144A-4437-811C-30C029341D3B}" dt="2021-06-12T14:00:32.974" v="117" actId="26606"/>
          <ac:spMkLst>
            <pc:docMk/>
            <pc:sldMk cId="1347222474" sldId="259"/>
            <ac:spMk id="67" creationId="{5E107275-3853-46FD-A241-DE4355A42675}"/>
          </ac:spMkLst>
        </pc:spChg>
        <pc:spChg chg="add del">
          <ac:chgData name="kailynn coronel" userId="6d0c3b86aaae1ffc" providerId="LiveId" clId="{C9059729-144A-4437-811C-30C029341D3B}" dt="2021-06-12T14:00:39.928" v="119" actId="26606"/>
          <ac:spMkLst>
            <pc:docMk/>
            <pc:sldMk cId="1347222474" sldId="259"/>
            <ac:spMk id="69" creationId="{B819A166-7571-4003-A6B8-B62034C3ED30}"/>
          </ac:spMkLst>
        </pc:spChg>
        <pc:grpChg chg="add del">
          <ac:chgData name="kailynn coronel" userId="6d0c3b86aaae1ffc" providerId="LiveId" clId="{C9059729-144A-4437-811C-30C029341D3B}" dt="2021-06-12T13:56:52.596" v="69" actId="26606"/>
          <ac:grpSpMkLst>
            <pc:docMk/>
            <pc:sldMk cId="1347222474" sldId="259"/>
            <ac:grpSpMk id="23" creationId="{3523416A-383B-4FDC-B4C9-D8EDDFE9C043}"/>
          </ac:grpSpMkLst>
        </pc:grpChg>
        <pc:grpChg chg="add del">
          <ac:chgData name="kailynn coronel" userId="6d0c3b86aaae1ffc" providerId="LiveId" clId="{C9059729-144A-4437-811C-30C029341D3B}" dt="2021-06-12T14:08:34.361" v="371"/>
          <ac:grpSpMkLst>
            <pc:docMk/>
            <pc:sldMk cId="1347222474" sldId="259"/>
            <ac:grpSpMk id="38" creationId="{3523416A-383B-4FDC-B4C9-D8EDDFE9C043}"/>
          </ac:grpSpMkLst>
        </pc:grpChg>
        <pc:grpChg chg="add del">
          <ac:chgData name="kailynn coronel" userId="6d0c3b86aaae1ffc" providerId="LiveId" clId="{C9059729-144A-4437-811C-30C029341D3B}" dt="2021-06-12T13:57:15.517" v="76" actId="26606"/>
          <ac:grpSpMkLst>
            <pc:docMk/>
            <pc:sldMk cId="1347222474" sldId="259"/>
            <ac:grpSpMk id="48" creationId="{3523416A-383B-4FDC-B4C9-D8EDDFE9C043}"/>
          </ac:grpSpMkLst>
        </pc:grpChg>
        <pc:grpChg chg="add del">
          <ac:chgData name="kailynn coronel" userId="6d0c3b86aaae1ffc" providerId="LiveId" clId="{C9059729-144A-4437-811C-30C029341D3B}" dt="2021-06-12T14:00:26.305" v="113" actId="26606"/>
          <ac:grpSpMkLst>
            <pc:docMk/>
            <pc:sldMk cId="1347222474" sldId="259"/>
            <ac:grpSpMk id="50" creationId="{B441F8D5-EBCE-4FB9-91A9-3425971C1F99}"/>
          </ac:grpSpMkLst>
        </pc:grpChg>
        <pc:grpChg chg="add del">
          <ac:chgData name="kailynn coronel" userId="6d0c3b86aaae1ffc" providerId="LiveId" clId="{C9059729-144A-4437-811C-30C029341D3B}" dt="2021-06-12T14:00:26.305" v="113" actId="26606"/>
          <ac:grpSpMkLst>
            <pc:docMk/>
            <pc:sldMk cId="1347222474" sldId="259"/>
            <ac:grpSpMk id="56" creationId="{08701F99-7E4C-4B92-A4B5-307CDFB7A4DE}"/>
          </ac:grpSpMkLst>
        </pc:grpChg>
        <pc:graphicFrameChg chg="add del">
          <ac:chgData name="kailynn coronel" userId="6d0c3b86aaae1ffc" providerId="LiveId" clId="{C9059729-144A-4437-811C-30C029341D3B}" dt="2021-06-12T13:56:41.393" v="67" actId="26606"/>
          <ac:graphicFrameMkLst>
            <pc:docMk/>
            <pc:sldMk cId="1347222474" sldId="259"/>
            <ac:graphicFrameMk id="5" creationId="{07E6E07B-B697-4B4F-B7C0-50A80B9B3BF4}"/>
          </ac:graphicFrameMkLst>
        </pc:graphicFrameChg>
        <pc:graphicFrameChg chg="add del">
          <ac:chgData name="kailynn coronel" userId="6d0c3b86aaae1ffc" providerId="LiveId" clId="{C9059729-144A-4437-811C-30C029341D3B}" dt="2021-06-12T13:56:52.596" v="69" actId="26606"/>
          <ac:graphicFrameMkLst>
            <pc:docMk/>
            <pc:sldMk cId="1347222474" sldId="259"/>
            <ac:graphicFrameMk id="25" creationId="{6922B855-FF2C-4FA6-9BE1-8A0B38F18CDA}"/>
          </ac:graphicFrameMkLst>
        </pc:graphicFrameChg>
        <pc:graphicFrameChg chg="add del">
          <ac:chgData name="kailynn coronel" userId="6d0c3b86aaae1ffc" providerId="LiveId" clId="{C9059729-144A-4437-811C-30C029341D3B}" dt="2021-06-12T13:56:57.117" v="71" actId="26606"/>
          <ac:graphicFrameMkLst>
            <pc:docMk/>
            <pc:sldMk cId="1347222474" sldId="259"/>
            <ac:graphicFrameMk id="30" creationId="{6848A5E7-4704-45CC-9B1C-4677F63792E3}"/>
          </ac:graphicFrameMkLst>
        </pc:graphicFrameChg>
        <pc:graphicFrameChg chg="add del">
          <ac:chgData name="kailynn coronel" userId="6d0c3b86aaae1ffc" providerId="LiveId" clId="{C9059729-144A-4437-811C-30C029341D3B}" dt="2021-06-12T13:56:58.076" v="73" actId="26606"/>
          <ac:graphicFrameMkLst>
            <pc:docMk/>
            <pc:sldMk cId="1347222474" sldId="259"/>
            <ac:graphicFrameMk id="35" creationId="{07E6E07B-B697-4B4F-B7C0-50A80B9B3BF4}"/>
          </ac:graphicFrameMkLst>
        </pc:graphicFrameChg>
        <pc:graphicFrameChg chg="add mod modGraphic">
          <ac:chgData name="kailynn coronel" userId="6d0c3b86aaae1ffc" providerId="LiveId" clId="{C9059729-144A-4437-811C-30C029341D3B}" dt="2021-06-12T14:48:04.265" v="627" actId="26606"/>
          <ac:graphicFrameMkLst>
            <pc:docMk/>
            <pc:sldMk cId="1347222474" sldId="259"/>
            <ac:graphicFrameMk id="41" creationId="{6922B855-FF2C-4FA6-9BE1-8A0B38F18CDA}"/>
          </ac:graphicFrameMkLst>
        </pc:graphicFrameChg>
        <pc:picChg chg="add del">
          <ac:chgData name="kailynn coronel" userId="6d0c3b86aaae1ffc" providerId="LiveId" clId="{C9059729-144A-4437-811C-30C029341D3B}" dt="2021-06-12T14:00:24.832" v="111" actId="26606"/>
          <ac:picMkLst>
            <pc:docMk/>
            <pc:sldMk cId="1347222474" sldId="259"/>
            <ac:picMk id="43" creationId="{D3DAD378-AAE5-40E2-A3F6-00DF2D73E9D8}"/>
          </ac:picMkLst>
        </pc:picChg>
        <pc:cxnChg chg="add del">
          <ac:chgData name="kailynn coronel" userId="6d0c3b86aaae1ffc" providerId="LiveId" clId="{C9059729-144A-4437-811C-30C029341D3B}" dt="2021-06-12T14:00:24.832" v="111" actId="26606"/>
          <ac:cxnSpMkLst>
            <pc:docMk/>
            <pc:sldMk cId="1347222474" sldId="259"/>
            <ac:cxnSpMk id="49" creationId="{67182200-4859-4C8D-BCBB-55B245C28BA3}"/>
          </ac:cxnSpMkLst>
        </pc:cxnChg>
        <pc:cxnChg chg="add mod">
          <ac:chgData name="kailynn coronel" userId="6d0c3b86aaae1ffc" providerId="LiveId" clId="{C9059729-144A-4437-811C-30C029341D3B}" dt="2021-06-12T14:16:23.342" v="480" actId="14100"/>
          <ac:cxnSpMkLst>
            <pc:docMk/>
            <pc:sldMk cId="1347222474" sldId="259"/>
            <ac:cxnSpMk id="63" creationId="{ED468EB1-5DDF-482D-BD3B-41714932C5F7}"/>
          </ac:cxnSpMkLst>
        </pc:cxnChg>
      </pc:sldChg>
      <pc:sldChg chg="addSp modSp mod">
        <pc:chgData name="kailynn coronel" userId="6d0c3b86aaae1ffc" providerId="LiveId" clId="{C9059729-144A-4437-811C-30C029341D3B}" dt="2021-06-12T16:04:34.812" v="2455" actId="20577"/>
        <pc:sldMkLst>
          <pc:docMk/>
          <pc:sldMk cId="2420430749" sldId="261"/>
        </pc:sldMkLst>
        <pc:spChg chg="mod">
          <ac:chgData name="kailynn coronel" userId="6d0c3b86aaae1ffc" providerId="LiveId" clId="{C9059729-144A-4437-811C-30C029341D3B}" dt="2021-06-12T14:47:16.357" v="617"/>
          <ac:spMkLst>
            <pc:docMk/>
            <pc:sldMk cId="2420430749" sldId="261"/>
            <ac:spMk id="2" creationId="{C1B28F6F-02A8-4BD3-AA6C-D14A53F34F1D}"/>
          </ac:spMkLst>
        </pc:spChg>
        <pc:spChg chg="mod">
          <ac:chgData name="kailynn coronel" userId="6d0c3b86aaae1ffc" providerId="LiveId" clId="{C9059729-144A-4437-811C-30C029341D3B}" dt="2021-06-12T16:04:34.812" v="2455" actId="20577"/>
          <ac:spMkLst>
            <pc:docMk/>
            <pc:sldMk cId="2420430749" sldId="261"/>
            <ac:spMk id="3" creationId="{3AEF7836-6BCC-4B1D-8D6B-BABC655C051C}"/>
          </ac:spMkLst>
        </pc:spChg>
        <pc:picChg chg="add mod">
          <ac:chgData name="kailynn coronel" userId="6d0c3b86aaae1ffc" providerId="LiveId" clId="{C9059729-144A-4437-811C-30C029341D3B}" dt="2021-06-12T15:59:09.155" v="2247" actId="1076"/>
          <ac:picMkLst>
            <pc:docMk/>
            <pc:sldMk cId="2420430749" sldId="261"/>
            <ac:picMk id="6" creationId="{2F44B5DB-F717-4276-8811-9BBF93F580C5}"/>
          </ac:picMkLst>
        </pc:picChg>
        <pc:picChg chg="add mod">
          <ac:chgData name="kailynn coronel" userId="6d0c3b86aaae1ffc" providerId="LiveId" clId="{C9059729-144A-4437-811C-30C029341D3B}" dt="2021-06-12T16:00:28.991" v="2290" actId="1076"/>
          <ac:picMkLst>
            <pc:docMk/>
            <pc:sldMk cId="2420430749" sldId="261"/>
            <ac:picMk id="7" creationId="{19DE3A1D-5A63-43B4-A1C2-4EA827C2411F}"/>
          </ac:picMkLst>
        </pc:picChg>
        <pc:picChg chg="add mod">
          <ac:chgData name="kailynn coronel" userId="6d0c3b86aaae1ffc" providerId="LiveId" clId="{C9059729-144A-4437-811C-30C029341D3B}" dt="2021-06-12T16:02:48.352" v="2407" actId="1076"/>
          <ac:picMkLst>
            <pc:docMk/>
            <pc:sldMk cId="2420430749" sldId="261"/>
            <ac:picMk id="9" creationId="{E0DB450C-DFF0-4048-9FC5-912CD1AC6138}"/>
          </ac:picMkLst>
        </pc:picChg>
        <pc:cxnChg chg="add mod">
          <ac:chgData name="kailynn coronel" userId="6d0c3b86aaae1ffc" providerId="LiveId" clId="{C9059729-144A-4437-811C-30C029341D3B}" dt="2021-06-12T14:16:06.498" v="477"/>
          <ac:cxnSpMkLst>
            <pc:docMk/>
            <pc:sldMk cId="2420430749" sldId="261"/>
            <ac:cxnSpMk id="4" creationId="{33361930-4342-4D08-A3FB-6D7EF4C512F2}"/>
          </ac:cxnSpMkLst>
        </pc:cxnChg>
      </pc:sldChg>
      <pc:sldChg chg="addSp delSp modSp mod setBg">
        <pc:chgData name="kailynn coronel" userId="6d0c3b86aaae1ffc" providerId="LiveId" clId="{C9059729-144A-4437-811C-30C029341D3B}" dt="2021-06-12T22:30:11.713" v="4683" actId="113"/>
        <pc:sldMkLst>
          <pc:docMk/>
          <pc:sldMk cId="3238488819" sldId="262"/>
        </pc:sldMkLst>
        <pc:spChg chg="mod">
          <ac:chgData name="kailynn coronel" userId="6d0c3b86aaae1ffc" providerId="LiveId" clId="{C9059729-144A-4437-811C-30C029341D3B}" dt="2021-06-12T14:47:16.357" v="617"/>
          <ac:spMkLst>
            <pc:docMk/>
            <pc:sldMk cId="3238488819" sldId="262"/>
            <ac:spMk id="2" creationId="{3A308086-6AC5-4635-A38F-BED4A4B24218}"/>
          </ac:spMkLst>
        </pc:spChg>
        <pc:spChg chg="mod">
          <ac:chgData name="kailynn coronel" userId="6d0c3b86aaae1ffc" providerId="LiveId" clId="{C9059729-144A-4437-811C-30C029341D3B}" dt="2021-06-12T22:30:11.713" v="4683" actId="113"/>
          <ac:spMkLst>
            <pc:docMk/>
            <pc:sldMk cId="3238488819" sldId="262"/>
            <ac:spMk id="3" creationId="{ED004527-14AF-4A22-8ACE-2CB38C2FEA93}"/>
          </ac:spMkLst>
        </pc:spChg>
        <pc:spChg chg="del">
          <ac:chgData name="kailynn coronel" userId="6d0c3b86aaae1ffc" providerId="LiveId" clId="{C9059729-144A-4437-811C-30C029341D3B}" dt="2021-06-12T14:31:49.381" v="583" actId="478"/>
          <ac:spMkLst>
            <pc:docMk/>
            <pc:sldMk cId="3238488819" sldId="262"/>
            <ac:spMk id="4" creationId="{40963F5C-A3C9-4DA3-9F69-0C2EDB0F0B61}"/>
          </ac:spMkLst>
        </pc:spChg>
        <pc:spChg chg="add del mod">
          <ac:chgData name="kailynn coronel" userId="6d0c3b86aaae1ffc" providerId="LiveId" clId="{C9059729-144A-4437-811C-30C029341D3B}" dt="2021-06-12T14:31:54.682" v="584" actId="478"/>
          <ac:spMkLst>
            <pc:docMk/>
            <pc:sldMk cId="3238488819" sldId="262"/>
            <ac:spMk id="8" creationId="{0D8EFD76-A170-4421-91DA-40E60A884596}"/>
          </ac:spMkLst>
        </pc:spChg>
        <pc:cxnChg chg="add">
          <ac:chgData name="kailynn coronel" userId="6d0c3b86aaae1ffc" providerId="LiveId" clId="{C9059729-144A-4437-811C-30C029341D3B}" dt="2021-06-12T14:12:04.277" v="409" actId="11529"/>
          <ac:cxnSpMkLst>
            <pc:docMk/>
            <pc:sldMk cId="3238488819" sldId="262"/>
            <ac:cxnSpMk id="6" creationId="{D016DB03-E7E6-49F9-8527-D656B9FC4A89}"/>
          </ac:cxnSpMkLst>
        </pc:cxnChg>
      </pc:sldChg>
      <pc:sldChg chg="addSp delSp modSp mod">
        <pc:chgData name="kailynn coronel" userId="6d0c3b86aaae1ffc" providerId="LiveId" clId="{C9059729-144A-4437-811C-30C029341D3B}" dt="2021-06-12T15:42:27.381" v="1867" actId="20577"/>
        <pc:sldMkLst>
          <pc:docMk/>
          <pc:sldMk cId="1772038141" sldId="263"/>
        </pc:sldMkLst>
        <pc:spChg chg="mod">
          <ac:chgData name="kailynn coronel" userId="6d0c3b86aaae1ffc" providerId="LiveId" clId="{C9059729-144A-4437-811C-30C029341D3B}" dt="2021-06-12T14:47:16.357" v="617"/>
          <ac:spMkLst>
            <pc:docMk/>
            <pc:sldMk cId="1772038141" sldId="263"/>
            <ac:spMk id="2" creationId="{4E77E98F-19B8-43BB-AB11-567753D9568E}"/>
          </ac:spMkLst>
        </pc:spChg>
        <pc:spChg chg="mod">
          <ac:chgData name="kailynn coronel" userId="6d0c3b86aaae1ffc" providerId="LiveId" clId="{C9059729-144A-4437-811C-30C029341D3B}" dt="2021-06-12T15:42:27.381" v="1867" actId="20577"/>
          <ac:spMkLst>
            <pc:docMk/>
            <pc:sldMk cId="1772038141" sldId="263"/>
            <ac:spMk id="3" creationId="{CD01D594-EE28-4CDA-8DE0-89B211B222AB}"/>
          </ac:spMkLst>
        </pc:spChg>
        <pc:spChg chg="add del mod">
          <ac:chgData name="kailynn coronel" userId="6d0c3b86aaae1ffc" providerId="LiveId" clId="{C9059729-144A-4437-811C-30C029341D3B}" dt="2021-06-12T14:26:42.424" v="499" actId="478"/>
          <ac:spMkLst>
            <pc:docMk/>
            <pc:sldMk cId="1772038141" sldId="263"/>
            <ac:spMk id="9" creationId="{0FE93D23-E644-480A-8DFC-52B304F6A852}"/>
          </ac:spMkLst>
        </pc:spChg>
        <pc:picChg chg="del mod">
          <ac:chgData name="kailynn coronel" userId="6d0c3b86aaae1ffc" providerId="LiveId" clId="{C9059729-144A-4437-811C-30C029341D3B}" dt="2021-06-12T14:07:18.059" v="352" actId="478"/>
          <ac:picMkLst>
            <pc:docMk/>
            <pc:sldMk cId="1772038141" sldId="263"/>
            <ac:picMk id="5" creationId="{C4A27843-0AFF-4166-98D7-C42C8A950015}"/>
          </ac:picMkLst>
        </pc:picChg>
        <pc:picChg chg="add mod">
          <ac:chgData name="kailynn coronel" userId="6d0c3b86aaae1ffc" providerId="LiveId" clId="{C9059729-144A-4437-811C-30C029341D3B}" dt="2021-06-12T14:26:16.391" v="495" actId="1076"/>
          <ac:picMkLst>
            <pc:docMk/>
            <pc:sldMk cId="1772038141" sldId="263"/>
            <ac:picMk id="7" creationId="{7CAB3F0D-2182-4DF9-99C4-3B36D22014AF}"/>
          </ac:picMkLst>
        </pc:picChg>
        <pc:picChg chg="add del mod">
          <ac:chgData name="kailynn coronel" userId="6d0c3b86aaae1ffc" providerId="LiveId" clId="{C9059729-144A-4437-811C-30C029341D3B}" dt="2021-06-12T14:27:51.085" v="521" actId="478"/>
          <ac:picMkLst>
            <pc:docMk/>
            <pc:sldMk cId="1772038141" sldId="263"/>
            <ac:picMk id="11" creationId="{1AF6B63C-E5B3-4816-895C-E1B2818D9C58}"/>
          </ac:picMkLst>
        </pc:picChg>
        <pc:picChg chg="add del mod">
          <ac:chgData name="kailynn coronel" userId="6d0c3b86aaae1ffc" providerId="LiveId" clId="{C9059729-144A-4437-811C-30C029341D3B}" dt="2021-06-12T14:27:49.509" v="519" actId="478"/>
          <ac:picMkLst>
            <pc:docMk/>
            <pc:sldMk cId="1772038141" sldId="263"/>
            <ac:picMk id="12" creationId="{B71107A2-7E19-4590-848F-68F1036FE456}"/>
          </ac:picMkLst>
        </pc:picChg>
        <pc:picChg chg="add del mod">
          <ac:chgData name="kailynn coronel" userId="6d0c3b86aaae1ffc" providerId="LiveId" clId="{C9059729-144A-4437-811C-30C029341D3B}" dt="2021-06-12T14:27:50.183" v="520" actId="478"/>
          <ac:picMkLst>
            <pc:docMk/>
            <pc:sldMk cId="1772038141" sldId="263"/>
            <ac:picMk id="13" creationId="{849D38AB-32F9-40D0-99D2-45056579E033}"/>
          </ac:picMkLst>
        </pc:picChg>
        <pc:picChg chg="add del mod">
          <ac:chgData name="kailynn coronel" userId="6d0c3b86aaae1ffc" providerId="LiveId" clId="{C9059729-144A-4437-811C-30C029341D3B}" dt="2021-06-12T14:27:51.546" v="522" actId="478"/>
          <ac:picMkLst>
            <pc:docMk/>
            <pc:sldMk cId="1772038141" sldId="263"/>
            <ac:picMk id="14" creationId="{A4E29B77-54AC-43AD-B523-CF12816BD05A}"/>
          </ac:picMkLst>
        </pc:picChg>
        <pc:picChg chg="add mod">
          <ac:chgData name="kailynn coronel" userId="6d0c3b86aaae1ffc" providerId="LiveId" clId="{C9059729-144A-4437-811C-30C029341D3B}" dt="2021-06-12T14:28:34.423" v="531" actId="14100"/>
          <ac:picMkLst>
            <pc:docMk/>
            <pc:sldMk cId="1772038141" sldId="263"/>
            <ac:picMk id="16" creationId="{BC687F14-5DD2-4A11-ADAC-5CAD92CF5BAB}"/>
          </ac:picMkLst>
        </pc:picChg>
        <pc:picChg chg="add mod">
          <ac:chgData name="kailynn coronel" userId="6d0c3b86aaae1ffc" providerId="LiveId" clId="{C9059729-144A-4437-811C-30C029341D3B}" dt="2021-06-12T14:29:08.420" v="542" actId="14100"/>
          <ac:picMkLst>
            <pc:docMk/>
            <pc:sldMk cId="1772038141" sldId="263"/>
            <ac:picMk id="17" creationId="{75646791-02B2-43F1-90E8-A9CF6E7ACB97}"/>
          </ac:picMkLst>
        </pc:picChg>
        <pc:picChg chg="add mod">
          <ac:chgData name="kailynn coronel" userId="6d0c3b86aaae1ffc" providerId="LiveId" clId="{C9059729-144A-4437-811C-30C029341D3B}" dt="2021-06-12T14:29:12.065" v="543" actId="14100"/>
          <ac:picMkLst>
            <pc:docMk/>
            <pc:sldMk cId="1772038141" sldId="263"/>
            <ac:picMk id="18" creationId="{0CE6AD8D-74BF-44C0-B717-0F1D44189016}"/>
          </ac:picMkLst>
        </pc:picChg>
        <pc:picChg chg="add mod">
          <ac:chgData name="kailynn coronel" userId="6d0c3b86aaae1ffc" providerId="LiveId" clId="{C9059729-144A-4437-811C-30C029341D3B}" dt="2021-06-12T14:29:49.219" v="549" actId="1076"/>
          <ac:picMkLst>
            <pc:docMk/>
            <pc:sldMk cId="1772038141" sldId="263"/>
            <ac:picMk id="19" creationId="{032B7120-1D17-4D25-9D7E-2F16B427CD70}"/>
          </ac:picMkLst>
        </pc:picChg>
        <pc:picChg chg="add del mod">
          <ac:chgData name="kailynn coronel" userId="6d0c3b86aaae1ffc" providerId="LiveId" clId="{C9059729-144A-4437-811C-30C029341D3B}" dt="2021-06-12T15:41:44.977" v="1857" actId="478"/>
          <ac:picMkLst>
            <pc:docMk/>
            <pc:sldMk cId="1772038141" sldId="263"/>
            <ac:picMk id="20" creationId="{FBD840CF-A465-4EC8-A554-0F299F0AEF99}"/>
          </ac:picMkLst>
        </pc:picChg>
        <pc:cxnChg chg="add mod">
          <ac:chgData name="kailynn coronel" userId="6d0c3b86aaae1ffc" providerId="LiveId" clId="{C9059729-144A-4437-811C-30C029341D3B}" dt="2021-06-12T14:16:02.636" v="476"/>
          <ac:cxnSpMkLst>
            <pc:docMk/>
            <pc:sldMk cId="1772038141" sldId="263"/>
            <ac:cxnSpMk id="8" creationId="{44A7C9A2-B097-4BE0-B11F-C5B98BC306C5}"/>
          </ac:cxnSpMkLst>
        </pc:cxnChg>
      </pc:sldChg>
      <pc:sldChg chg="addSp delSp modSp del mod">
        <pc:chgData name="kailynn coronel" userId="6d0c3b86aaae1ffc" providerId="LiveId" clId="{C9059729-144A-4437-811C-30C029341D3B}" dt="2021-06-12T22:26:46.234" v="4491" actId="47"/>
        <pc:sldMkLst>
          <pc:docMk/>
          <pc:sldMk cId="2369455232" sldId="264"/>
        </pc:sldMkLst>
        <pc:spChg chg="mod">
          <ac:chgData name="kailynn coronel" userId="6d0c3b86aaae1ffc" providerId="LiveId" clId="{C9059729-144A-4437-811C-30C029341D3B}" dt="2021-06-12T16:40:04.372" v="3270" actId="20577"/>
          <ac:spMkLst>
            <pc:docMk/>
            <pc:sldMk cId="2369455232" sldId="264"/>
            <ac:spMk id="2" creationId="{B70E2A06-C7AA-464C-858E-EB8EB13B8153}"/>
          </ac:spMkLst>
        </pc:spChg>
        <pc:spChg chg="del mod">
          <ac:chgData name="kailynn coronel" userId="6d0c3b86aaae1ffc" providerId="LiveId" clId="{C9059729-144A-4437-811C-30C029341D3B}" dt="2021-06-12T16:41:25.026" v="3274" actId="478"/>
          <ac:spMkLst>
            <pc:docMk/>
            <pc:sldMk cId="2369455232" sldId="264"/>
            <ac:spMk id="3" creationId="{65C324FB-050A-4BEF-ACED-C44FE91159E8}"/>
          </ac:spMkLst>
        </pc:spChg>
        <pc:spChg chg="del mod">
          <ac:chgData name="kailynn coronel" userId="6d0c3b86aaae1ffc" providerId="LiveId" clId="{C9059729-144A-4437-811C-30C029341D3B}" dt="2021-06-12T16:41:22.867" v="3273" actId="478"/>
          <ac:spMkLst>
            <pc:docMk/>
            <pc:sldMk cId="2369455232" sldId="264"/>
            <ac:spMk id="4" creationId="{B08C61EE-58C0-4324-B596-3CCAF5C1C644}"/>
          </ac:spMkLst>
        </pc:spChg>
        <pc:spChg chg="add del mod">
          <ac:chgData name="kailynn coronel" userId="6d0c3b86aaae1ffc" providerId="LiveId" clId="{C9059729-144A-4437-811C-30C029341D3B}" dt="2021-06-12T14:13:51.920" v="426"/>
          <ac:spMkLst>
            <pc:docMk/>
            <pc:sldMk cId="2369455232" sldId="264"/>
            <ac:spMk id="15" creationId="{2371C881-221E-416A-AB1B-5F3EEFD8A909}"/>
          </ac:spMkLst>
        </pc:spChg>
        <pc:spChg chg="add del mod">
          <ac:chgData name="kailynn coronel" userId="6d0c3b86aaae1ffc" providerId="LiveId" clId="{C9059729-144A-4437-811C-30C029341D3B}" dt="2021-06-12T14:13:51.921" v="428"/>
          <ac:spMkLst>
            <pc:docMk/>
            <pc:sldMk cId="2369455232" sldId="264"/>
            <ac:spMk id="16" creationId="{6CAAB1E8-034E-4DCE-9A17-A4BF49428D5A}"/>
          </ac:spMkLst>
        </pc:spChg>
        <pc:spChg chg="add del mod">
          <ac:chgData name="kailynn coronel" userId="6d0c3b86aaae1ffc" providerId="LiveId" clId="{C9059729-144A-4437-811C-30C029341D3B}" dt="2021-06-12T16:41:48.161" v="3280" actId="478"/>
          <ac:spMkLst>
            <pc:docMk/>
            <pc:sldMk cId="2369455232" sldId="264"/>
            <ac:spMk id="17" creationId="{4052F3BB-FDB3-42C8-8FD5-4273083E1F72}"/>
          </ac:spMkLst>
        </pc:spChg>
        <pc:spChg chg="add del mod">
          <ac:chgData name="kailynn coronel" userId="6d0c3b86aaae1ffc" providerId="LiveId" clId="{C9059729-144A-4437-811C-30C029341D3B}" dt="2021-06-12T16:41:34.753" v="3276" actId="478"/>
          <ac:spMkLst>
            <pc:docMk/>
            <pc:sldMk cId="2369455232" sldId="264"/>
            <ac:spMk id="18" creationId="{6778F486-D495-433A-AA1F-D2E48587D937}"/>
          </ac:spMkLst>
        </pc:spChg>
        <pc:spChg chg="add del mod">
          <ac:chgData name="kailynn coronel" userId="6d0c3b86aaae1ffc" providerId="LiveId" clId="{C9059729-144A-4437-811C-30C029341D3B}" dt="2021-06-12T16:41:32.027" v="3275" actId="478"/>
          <ac:spMkLst>
            <pc:docMk/>
            <pc:sldMk cId="2369455232" sldId="264"/>
            <ac:spMk id="20" creationId="{D1D2DD18-110F-426B-94BA-E1EA80714765}"/>
          </ac:spMkLst>
        </pc:spChg>
        <pc:spChg chg="add mod">
          <ac:chgData name="kailynn coronel" userId="6d0c3b86aaae1ffc" providerId="LiveId" clId="{C9059729-144A-4437-811C-30C029341D3B}" dt="2021-06-12T16:41:51.784" v="3281" actId="14100"/>
          <ac:spMkLst>
            <pc:docMk/>
            <pc:sldMk cId="2369455232" sldId="264"/>
            <ac:spMk id="22" creationId="{DB440E7F-DF2D-4CC9-A480-62CDF0B8C6AC}"/>
          </ac:spMkLst>
        </pc:spChg>
        <pc:picChg chg="del mod">
          <ac:chgData name="kailynn coronel" userId="6d0c3b86aaae1ffc" providerId="LiveId" clId="{C9059729-144A-4437-811C-30C029341D3B}" dt="2021-06-12T16:41:20.498" v="3271" actId="478"/>
          <ac:picMkLst>
            <pc:docMk/>
            <pc:sldMk cId="2369455232" sldId="264"/>
            <ac:picMk id="6" creationId="{20101596-2FD4-44DB-BBFC-43C71949BDAB}"/>
          </ac:picMkLst>
        </pc:picChg>
        <pc:picChg chg="add del mod">
          <ac:chgData name="kailynn coronel" userId="6d0c3b86aaae1ffc" providerId="LiveId" clId="{C9059729-144A-4437-811C-30C029341D3B}" dt="2021-06-12T13:55:16.464" v="49" actId="478"/>
          <ac:picMkLst>
            <pc:docMk/>
            <pc:sldMk cId="2369455232" sldId="264"/>
            <ac:picMk id="8" creationId="{2F47992A-32E9-4707-A6C8-31D23B658872}"/>
          </ac:picMkLst>
        </pc:picChg>
        <pc:picChg chg="add del mod">
          <ac:chgData name="kailynn coronel" userId="6d0c3b86aaae1ffc" providerId="LiveId" clId="{C9059729-144A-4437-811C-30C029341D3B}" dt="2021-06-12T16:41:21.132" v="3272" actId="478"/>
          <ac:picMkLst>
            <pc:docMk/>
            <pc:sldMk cId="2369455232" sldId="264"/>
            <ac:picMk id="10" creationId="{B62790F0-FB56-46FC-901A-6703DC584800}"/>
          </ac:picMkLst>
        </pc:picChg>
        <pc:cxnChg chg="add del mod">
          <ac:chgData name="kailynn coronel" userId="6d0c3b86aaae1ffc" providerId="LiveId" clId="{C9059729-144A-4437-811C-30C029341D3B}" dt="2021-06-12T14:12:44.564" v="413" actId="478"/>
          <ac:cxnSpMkLst>
            <pc:docMk/>
            <pc:sldMk cId="2369455232" sldId="264"/>
            <ac:cxnSpMk id="12" creationId="{D1A4CF5E-0033-4612-8D78-B58EEF6A8D51}"/>
          </ac:cxnSpMkLst>
        </pc:cxnChg>
        <pc:cxnChg chg="add mod">
          <ac:chgData name="kailynn coronel" userId="6d0c3b86aaae1ffc" providerId="LiveId" clId="{C9059729-144A-4437-811C-30C029341D3B}" dt="2021-06-12T14:12:51.116" v="414"/>
          <ac:cxnSpMkLst>
            <pc:docMk/>
            <pc:sldMk cId="2369455232" sldId="264"/>
            <ac:cxnSpMk id="14" creationId="{88D00015-584A-4667-A50B-9A2B298B7C8D}"/>
          </ac:cxnSpMkLst>
        </pc:cxnChg>
      </pc:sldChg>
      <pc:sldChg chg="addSp delSp modSp add mod">
        <pc:chgData name="kailynn coronel" userId="6d0c3b86aaae1ffc" providerId="LiveId" clId="{C9059729-144A-4437-811C-30C029341D3B}" dt="2021-06-12T16:04:04.843" v="2444" actId="1076"/>
        <pc:sldMkLst>
          <pc:docMk/>
          <pc:sldMk cId="300840535" sldId="265"/>
        </pc:sldMkLst>
        <pc:spChg chg="mod">
          <ac:chgData name="kailynn coronel" userId="6d0c3b86aaae1ffc" providerId="LiveId" clId="{C9059729-144A-4437-811C-30C029341D3B}" dt="2021-06-12T16:03:32.024" v="2438" actId="20577"/>
          <ac:spMkLst>
            <pc:docMk/>
            <pc:sldMk cId="300840535" sldId="265"/>
            <ac:spMk id="3" creationId="{3AEF7836-6BCC-4B1D-8D6B-BABC655C051C}"/>
          </ac:spMkLst>
        </pc:spChg>
        <pc:picChg chg="del">
          <ac:chgData name="kailynn coronel" userId="6d0c3b86aaae1ffc" providerId="LiveId" clId="{C9059729-144A-4437-811C-30C029341D3B}" dt="2021-06-12T16:01:02.255" v="2298" actId="478"/>
          <ac:picMkLst>
            <pc:docMk/>
            <pc:sldMk cId="300840535" sldId="265"/>
            <ac:picMk id="6" creationId="{2F44B5DB-F717-4276-8811-9BBF93F580C5}"/>
          </ac:picMkLst>
        </pc:picChg>
        <pc:picChg chg="add mod">
          <ac:chgData name="kailynn coronel" userId="6d0c3b86aaae1ffc" providerId="LiveId" clId="{C9059729-144A-4437-811C-30C029341D3B}" dt="2021-06-12T16:01:16.776" v="2304" actId="1076"/>
          <ac:picMkLst>
            <pc:docMk/>
            <pc:sldMk cId="300840535" sldId="265"/>
            <ac:picMk id="8" creationId="{DF97A316-8D10-4A89-BF07-F33A5D0D4AED}"/>
          </ac:picMkLst>
        </pc:picChg>
        <pc:picChg chg="add mod">
          <ac:chgData name="kailynn coronel" userId="6d0c3b86aaae1ffc" providerId="LiveId" clId="{C9059729-144A-4437-811C-30C029341D3B}" dt="2021-06-12T16:03:49.289" v="2440" actId="1076"/>
          <ac:picMkLst>
            <pc:docMk/>
            <pc:sldMk cId="300840535" sldId="265"/>
            <ac:picMk id="9" creationId="{DFA95667-2B35-4378-A3CD-6C342EC5AD92}"/>
          </ac:picMkLst>
        </pc:picChg>
        <pc:picChg chg="add mod">
          <ac:chgData name="kailynn coronel" userId="6d0c3b86aaae1ffc" providerId="LiveId" clId="{C9059729-144A-4437-811C-30C029341D3B}" dt="2021-06-12T16:04:04.843" v="2444" actId="1076"/>
          <ac:picMkLst>
            <pc:docMk/>
            <pc:sldMk cId="300840535" sldId="265"/>
            <ac:picMk id="10" creationId="{63A76CEA-6F3C-43AD-B256-849006847C72}"/>
          </ac:picMkLst>
        </pc:picChg>
      </pc:sldChg>
      <pc:sldChg chg="modSp add del mod">
        <pc:chgData name="kailynn coronel" userId="6d0c3b86aaae1ffc" providerId="LiveId" clId="{C9059729-144A-4437-811C-30C029341D3B}" dt="2021-06-12T15:46:57.574" v="1908" actId="2696"/>
        <pc:sldMkLst>
          <pc:docMk/>
          <pc:sldMk cId="2274631188" sldId="265"/>
        </pc:sldMkLst>
        <pc:spChg chg="mod">
          <ac:chgData name="kailynn coronel" userId="6d0c3b86aaae1ffc" providerId="LiveId" clId="{C9059729-144A-4437-811C-30C029341D3B}" dt="2021-06-12T15:46:17.127" v="1883" actId="20577"/>
          <ac:spMkLst>
            <pc:docMk/>
            <pc:sldMk cId="2274631188" sldId="265"/>
            <ac:spMk id="3" creationId="{3AEF7836-6BCC-4B1D-8D6B-BABC655C051C}"/>
          </ac:spMkLst>
        </pc:spChg>
      </pc:sldChg>
      <pc:sldChg chg="addSp delSp modSp add mod ord">
        <pc:chgData name="kailynn coronel" userId="6d0c3b86aaae1ffc" providerId="LiveId" clId="{C9059729-144A-4437-811C-30C029341D3B}" dt="2021-06-12T16:09:31.984" v="2697" actId="313"/>
        <pc:sldMkLst>
          <pc:docMk/>
          <pc:sldMk cId="3845920512" sldId="266"/>
        </pc:sldMkLst>
        <pc:spChg chg="mod">
          <ac:chgData name="kailynn coronel" userId="6d0c3b86aaae1ffc" providerId="LiveId" clId="{C9059729-144A-4437-811C-30C029341D3B}" dt="2021-06-12T16:09:31.984" v="2697" actId="313"/>
          <ac:spMkLst>
            <pc:docMk/>
            <pc:sldMk cId="3845920512" sldId="266"/>
            <ac:spMk id="3" creationId="{3AEF7836-6BCC-4B1D-8D6B-BABC655C051C}"/>
          </ac:spMkLst>
        </pc:spChg>
        <pc:spChg chg="add mod">
          <ac:chgData name="kailynn coronel" userId="6d0c3b86aaae1ffc" providerId="LiveId" clId="{C9059729-144A-4437-811C-30C029341D3B}" dt="2021-06-12T16:09:14.532" v="2675" actId="20577"/>
          <ac:spMkLst>
            <pc:docMk/>
            <pc:sldMk cId="3845920512" sldId="266"/>
            <ac:spMk id="14" creationId="{04D17B46-1600-453D-87CD-235BA193ED89}"/>
          </ac:spMkLst>
        </pc:spChg>
        <pc:picChg chg="del">
          <ac:chgData name="kailynn coronel" userId="6d0c3b86aaae1ffc" providerId="LiveId" clId="{C9059729-144A-4437-811C-30C029341D3B}" dt="2021-06-12T16:04:20.205" v="2448" actId="478"/>
          <ac:picMkLst>
            <pc:docMk/>
            <pc:sldMk cId="3845920512" sldId="266"/>
            <ac:picMk id="6" creationId="{2F44B5DB-F717-4276-8811-9BBF93F580C5}"/>
          </ac:picMkLst>
        </pc:picChg>
        <pc:picChg chg="add mod">
          <ac:chgData name="kailynn coronel" userId="6d0c3b86aaae1ffc" providerId="LiveId" clId="{C9059729-144A-4437-811C-30C029341D3B}" dt="2021-06-12T16:08:34.050" v="2637" actId="1076"/>
          <ac:picMkLst>
            <pc:docMk/>
            <pc:sldMk cId="3845920512" sldId="266"/>
            <ac:picMk id="8" creationId="{3D56BB0B-5CB0-459F-9134-BEFD8B00A74C}"/>
          </ac:picMkLst>
        </pc:picChg>
        <pc:picChg chg="add mod">
          <ac:chgData name="kailynn coronel" userId="6d0c3b86aaae1ffc" providerId="LiveId" clId="{C9059729-144A-4437-811C-30C029341D3B}" dt="2021-06-12T16:06:39.152" v="2605" actId="1076"/>
          <ac:picMkLst>
            <pc:docMk/>
            <pc:sldMk cId="3845920512" sldId="266"/>
            <ac:picMk id="10" creationId="{618FBA5D-21F4-4287-9B78-477D33B6343E}"/>
          </ac:picMkLst>
        </pc:picChg>
        <pc:picChg chg="add mod">
          <ac:chgData name="kailynn coronel" userId="6d0c3b86aaae1ffc" providerId="LiveId" clId="{C9059729-144A-4437-811C-30C029341D3B}" dt="2021-06-12T16:08:43.664" v="2639" actId="1076"/>
          <ac:picMkLst>
            <pc:docMk/>
            <pc:sldMk cId="3845920512" sldId="266"/>
            <ac:picMk id="11" creationId="{F37F4142-60CA-4AB2-AE65-FECC97A74CF6}"/>
          </ac:picMkLst>
        </pc:picChg>
        <pc:picChg chg="add mod">
          <ac:chgData name="kailynn coronel" userId="6d0c3b86aaae1ffc" providerId="LiveId" clId="{C9059729-144A-4437-811C-30C029341D3B}" dt="2021-06-12T16:07:20.039" v="2609" actId="1076"/>
          <ac:picMkLst>
            <pc:docMk/>
            <pc:sldMk cId="3845920512" sldId="266"/>
            <ac:picMk id="12" creationId="{C7C64541-7B59-4CDF-A8A2-8816214573CD}"/>
          </ac:picMkLst>
        </pc:picChg>
        <pc:picChg chg="add mod">
          <ac:chgData name="kailynn coronel" userId="6d0c3b86aaae1ffc" providerId="LiveId" clId="{C9059729-144A-4437-811C-30C029341D3B}" dt="2021-06-12T16:07:29.820" v="2611" actId="1076"/>
          <ac:picMkLst>
            <pc:docMk/>
            <pc:sldMk cId="3845920512" sldId="266"/>
            <ac:picMk id="13" creationId="{F6CD898E-8C6F-4BAC-B5E4-9BB209D02EA6}"/>
          </ac:picMkLst>
        </pc:picChg>
      </pc:sldChg>
      <pc:sldChg chg="addSp delSp modSp add mod ord">
        <pc:chgData name="kailynn coronel" userId="6d0c3b86aaae1ffc" providerId="LiveId" clId="{C9059729-144A-4437-811C-30C029341D3B}" dt="2021-06-12T16:21:54.472" v="3212" actId="1076"/>
        <pc:sldMkLst>
          <pc:docMk/>
          <pc:sldMk cId="2456942999" sldId="267"/>
        </pc:sldMkLst>
        <pc:spChg chg="mod">
          <ac:chgData name="kailynn coronel" userId="6d0c3b86aaae1ffc" providerId="LiveId" clId="{C9059729-144A-4437-811C-30C029341D3B}" dt="2021-06-12T16:15:35.892" v="3088" actId="20577"/>
          <ac:spMkLst>
            <pc:docMk/>
            <pc:sldMk cId="2456942999" sldId="267"/>
            <ac:spMk id="3" creationId="{3AEF7836-6BCC-4B1D-8D6B-BABC655C051C}"/>
          </ac:spMkLst>
        </pc:spChg>
        <pc:spChg chg="add mod">
          <ac:chgData name="kailynn coronel" userId="6d0c3b86aaae1ffc" providerId="LiveId" clId="{C9059729-144A-4437-811C-30C029341D3B}" dt="2021-06-12T16:19:11.763" v="3176" actId="1076"/>
          <ac:spMkLst>
            <pc:docMk/>
            <pc:sldMk cId="2456942999" sldId="267"/>
            <ac:spMk id="11" creationId="{7EAFEED0-268E-4C97-AACE-370971DE275F}"/>
          </ac:spMkLst>
        </pc:spChg>
        <pc:spChg chg="add mod">
          <ac:chgData name="kailynn coronel" userId="6d0c3b86aaae1ffc" providerId="LiveId" clId="{C9059729-144A-4437-811C-30C029341D3B}" dt="2021-06-12T16:19:33.362" v="3182" actId="27636"/>
          <ac:spMkLst>
            <pc:docMk/>
            <pc:sldMk cId="2456942999" sldId="267"/>
            <ac:spMk id="13" creationId="{819B4D7E-6FD0-4591-B06C-48B88BA7AA25}"/>
          </ac:spMkLst>
        </pc:spChg>
        <pc:spChg chg="add mod">
          <ac:chgData name="kailynn coronel" userId="6d0c3b86aaae1ffc" providerId="LiveId" clId="{C9059729-144A-4437-811C-30C029341D3B}" dt="2021-06-12T16:20:43.849" v="3202" actId="27636"/>
          <ac:spMkLst>
            <pc:docMk/>
            <pc:sldMk cId="2456942999" sldId="267"/>
            <ac:spMk id="15" creationId="{AEC8D25F-19CD-4E76-A4E3-3A87877DFD75}"/>
          </ac:spMkLst>
        </pc:spChg>
        <pc:spChg chg="add mod">
          <ac:chgData name="kailynn coronel" userId="6d0c3b86aaae1ffc" providerId="LiveId" clId="{C9059729-144A-4437-811C-30C029341D3B}" dt="2021-06-12T16:20:24.844" v="3195"/>
          <ac:spMkLst>
            <pc:docMk/>
            <pc:sldMk cId="2456942999" sldId="267"/>
            <ac:spMk id="17" creationId="{04958CEC-0260-439B-819E-B3BF8A1FE999}"/>
          </ac:spMkLst>
        </pc:spChg>
        <pc:picChg chg="add mod">
          <ac:chgData name="kailynn coronel" userId="6d0c3b86aaae1ffc" providerId="LiveId" clId="{C9059729-144A-4437-811C-30C029341D3B}" dt="2021-06-12T16:20:32.942" v="3197" actId="1076"/>
          <ac:picMkLst>
            <pc:docMk/>
            <pc:sldMk cId="2456942999" sldId="267"/>
            <ac:picMk id="6" creationId="{DB6D0F00-9EE5-4A41-90F2-41BEF746D0FA}"/>
          </ac:picMkLst>
        </pc:picChg>
        <pc:picChg chg="del">
          <ac:chgData name="kailynn coronel" userId="6d0c3b86aaae1ffc" providerId="LiveId" clId="{C9059729-144A-4437-811C-30C029341D3B}" dt="2021-06-12T16:09:51.754" v="2701" actId="478"/>
          <ac:picMkLst>
            <pc:docMk/>
            <pc:sldMk cId="2456942999" sldId="267"/>
            <ac:picMk id="8" creationId="{DF97A316-8D10-4A89-BF07-F33A5D0D4AED}"/>
          </ac:picMkLst>
        </pc:picChg>
        <pc:picChg chg="add mod">
          <ac:chgData name="kailynn coronel" userId="6d0c3b86aaae1ffc" providerId="LiveId" clId="{C9059729-144A-4437-811C-30C029341D3B}" dt="2021-06-12T16:19:03.609" v="3175" actId="1076"/>
          <ac:picMkLst>
            <pc:docMk/>
            <pc:sldMk cId="2456942999" sldId="267"/>
            <ac:picMk id="12" creationId="{36C3B409-FDAE-43A2-BF75-98ABBB73D5BD}"/>
          </ac:picMkLst>
        </pc:picChg>
        <pc:picChg chg="add mod">
          <ac:chgData name="kailynn coronel" userId="6d0c3b86aaae1ffc" providerId="LiveId" clId="{C9059729-144A-4437-811C-30C029341D3B}" dt="2021-06-12T16:19:46.868" v="3184" actId="1076"/>
          <ac:picMkLst>
            <pc:docMk/>
            <pc:sldMk cId="2456942999" sldId="267"/>
            <ac:picMk id="14" creationId="{61A0D51C-B4DD-41F3-8B81-3CFABF8174B2}"/>
          </ac:picMkLst>
        </pc:picChg>
        <pc:picChg chg="add mod">
          <ac:chgData name="kailynn coronel" userId="6d0c3b86aaae1ffc" providerId="LiveId" clId="{C9059729-144A-4437-811C-30C029341D3B}" dt="2021-06-12T16:20:18.167" v="3194" actId="1076"/>
          <ac:picMkLst>
            <pc:docMk/>
            <pc:sldMk cId="2456942999" sldId="267"/>
            <ac:picMk id="16" creationId="{79AACF04-D0CF-4DCA-8EB3-C5915A04338A}"/>
          </ac:picMkLst>
        </pc:picChg>
        <pc:picChg chg="add mod">
          <ac:chgData name="kailynn coronel" userId="6d0c3b86aaae1ffc" providerId="LiveId" clId="{C9059729-144A-4437-811C-30C029341D3B}" dt="2021-06-12T16:21:54.472" v="3212" actId="1076"/>
          <ac:picMkLst>
            <pc:docMk/>
            <pc:sldMk cId="2456942999" sldId="267"/>
            <ac:picMk id="21" creationId="{115A2309-1A31-43CD-A3AE-D6B156ADB2BF}"/>
          </ac:picMkLst>
        </pc:picChg>
        <pc:cxnChg chg="add mod">
          <ac:chgData name="kailynn coronel" userId="6d0c3b86aaae1ffc" providerId="LiveId" clId="{C9059729-144A-4437-811C-30C029341D3B}" dt="2021-06-12T16:21:29.011" v="3206" actId="13822"/>
          <ac:cxnSpMkLst>
            <pc:docMk/>
            <pc:sldMk cId="2456942999" sldId="267"/>
            <ac:cxnSpMk id="19" creationId="{1DAAFC84-AF62-42FD-BE4E-A597A23A26B9}"/>
          </ac:cxnSpMkLst>
        </pc:cxnChg>
        <pc:cxnChg chg="add mod">
          <ac:chgData name="kailynn coronel" userId="6d0c3b86aaae1ffc" providerId="LiveId" clId="{C9059729-144A-4437-811C-30C029341D3B}" dt="2021-06-12T16:21:39.045" v="3208" actId="1076"/>
          <ac:cxnSpMkLst>
            <pc:docMk/>
            <pc:sldMk cId="2456942999" sldId="267"/>
            <ac:cxnSpMk id="20" creationId="{2BB18E54-FFFB-4C36-BBD8-4BAAFCD90476}"/>
          </ac:cxnSpMkLst>
        </pc:cxnChg>
      </pc:sldChg>
      <pc:sldChg chg="addSp delSp modSp add mod ord">
        <pc:chgData name="kailynn coronel" userId="6d0c3b86aaae1ffc" providerId="LiveId" clId="{C9059729-144A-4437-811C-30C029341D3B}" dt="2021-06-12T16:16:58.503" v="3168" actId="1076"/>
        <pc:sldMkLst>
          <pc:docMk/>
          <pc:sldMk cId="3558182095" sldId="268"/>
        </pc:sldMkLst>
        <pc:spChg chg="mod">
          <ac:chgData name="kailynn coronel" userId="6d0c3b86aaae1ffc" providerId="LiveId" clId="{C9059729-144A-4437-811C-30C029341D3B}" dt="2021-06-12T16:16:22.300" v="3159" actId="20577"/>
          <ac:spMkLst>
            <pc:docMk/>
            <pc:sldMk cId="3558182095" sldId="268"/>
            <ac:spMk id="3" creationId="{3AEF7836-6BCC-4B1D-8D6B-BABC655C051C}"/>
          </ac:spMkLst>
        </pc:spChg>
        <pc:picChg chg="add mod">
          <ac:chgData name="kailynn coronel" userId="6d0c3b86aaae1ffc" providerId="LiveId" clId="{C9059729-144A-4437-811C-30C029341D3B}" dt="2021-06-12T16:16:34.191" v="3164" actId="1076"/>
          <ac:picMkLst>
            <pc:docMk/>
            <pc:sldMk cId="3558182095" sldId="268"/>
            <ac:picMk id="6" creationId="{68B5034A-3602-403A-AEF3-477C92967F4A}"/>
          </ac:picMkLst>
        </pc:picChg>
        <pc:picChg chg="del">
          <ac:chgData name="kailynn coronel" userId="6d0c3b86aaae1ffc" providerId="LiveId" clId="{C9059729-144A-4437-811C-30C029341D3B}" dt="2021-06-12T16:16:24.393" v="3160" actId="478"/>
          <ac:picMkLst>
            <pc:docMk/>
            <pc:sldMk cId="3558182095" sldId="268"/>
            <ac:picMk id="8" creationId="{DF97A316-8D10-4A89-BF07-F33A5D0D4AED}"/>
          </ac:picMkLst>
        </pc:picChg>
        <pc:picChg chg="add mod">
          <ac:chgData name="kailynn coronel" userId="6d0c3b86aaae1ffc" providerId="LiveId" clId="{C9059729-144A-4437-811C-30C029341D3B}" dt="2021-06-12T16:16:58.503" v="3168" actId="1076"/>
          <ac:picMkLst>
            <pc:docMk/>
            <pc:sldMk cId="3558182095" sldId="268"/>
            <ac:picMk id="11" creationId="{4E94FE96-0176-4DB7-8C36-F86A2848C013}"/>
          </ac:picMkLst>
        </pc:picChg>
      </pc:sldChg>
      <pc:sldChg chg="addSp modSp add mod">
        <pc:chgData name="kailynn coronel" userId="6d0c3b86aaae1ffc" providerId="LiveId" clId="{C9059729-144A-4437-811C-30C029341D3B}" dt="2021-06-12T22:35:57.360" v="4725" actId="1076"/>
        <pc:sldMkLst>
          <pc:docMk/>
          <pc:sldMk cId="1133743239" sldId="269"/>
        </pc:sldMkLst>
        <pc:spChg chg="mod">
          <ac:chgData name="kailynn coronel" userId="6d0c3b86aaae1ffc" providerId="LiveId" clId="{C9059729-144A-4437-811C-30C029341D3B}" dt="2021-06-12T22:30:17.844" v="4684" actId="113"/>
          <ac:spMkLst>
            <pc:docMk/>
            <pc:sldMk cId="1133743239" sldId="269"/>
            <ac:spMk id="3" creationId="{ED004527-14AF-4A22-8ACE-2CB38C2FEA93}"/>
          </ac:spMkLst>
        </pc:spChg>
        <pc:picChg chg="add mod">
          <ac:chgData name="kailynn coronel" userId="6d0c3b86aaae1ffc" providerId="LiveId" clId="{C9059729-144A-4437-811C-30C029341D3B}" dt="2021-06-12T22:35:57.360" v="4725" actId="1076"/>
          <ac:picMkLst>
            <pc:docMk/>
            <pc:sldMk cId="1133743239" sldId="269"/>
            <ac:picMk id="5" creationId="{3F259678-711F-41A6-9B95-98F341B05B76}"/>
          </ac:picMkLst>
        </pc:picChg>
      </pc:sldChg>
      <pc:sldChg chg="new del">
        <pc:chgData name="kailynn coronel" userId="6d0c3b86aaae1ffc" providerId="LiveId" clId="{C9059729-144A-4437-811C-30C029341D3B}" dt="2021-06-12T16:34:06.065" v="3231" actId="680"/>
        <pc:sldMkLst>
          <pc:docMk/>
          <pc:sldMk cId="1950074790" sldId="269"/>
        </pc:sldMkLst>
      </pc:sldChg>
      <pc:sldChg chg="modSp add mod">
        <pc:chgData name="kailynn coronel" userId="6d0c3b86aaae1ffc" providerId="LiveId" clId="{C9059729-144A-4437-811C-30C029341D3B}" dt="2021-06-12T22:30:28.599" v="4687" actId="115"/>
        <pc:sldMkLst>
          <pc:docMk/>
          <pc:sldMk cId="3722513508" sldId="270"/>
        </pc:sldMkLst>
        <pc:spChg chg="mod">
          <ac:chgData name="kailynn coronel" userId="6d0c3b86aaae1ffc" providerId="LiveId" clId="{C9059729-144A-4437-811C-30C029341D3B}" dt="2021-06-12T22:30:28.599" v="4687" actId="115"/>
          <ac:spMkLst>
            <pc:docMk/>
            <pc:sldMk cId="3722513508" sldId="270"/>
            <ac:spMk id="3" creationId="{ED004527-14AF-4A22-8ACE-2CB38C2FEA93}"/>
          </ac:spMkLst>
        </pc:spChg>
      </pc:sldChg>
      <pc:sldChg chg="add">
        <pc:chgData name="kailynn coronel" userId="6d0c3b86aaae1ffc" providerId="LiveId" clId="{C9059729-144A-4437-811C-30C029341D3B}" dt="2021-06-12T16:39:42.162" v="3259" actId="2890"/>
        <pc:sldMkLst>
          <pc:docMk/>
          <pc:sldMk cId="86109164" sldId="271"/>
        </pc:sldMkLst>
      </pc:sld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5A3FFF7D-8216-4E4D-B9AD-BFBD6B3DA8BD}" type="doc">
      <dgm:prSet loTypeId="urn:microsoft.com/office/officeart/2005/8/layout/vList2" loCatId="list" qsTypeId="urn:microsoft.com/office/officeart/2005/8/quickstyle/simple4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8A201290-0D4A-4044-8121-7EBC44048D9F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Basic HTTP</a:t>
          </a:r>
        </a:p>
      </dgm:t>
    </dgm:pt>
    <dgm:pt modelId="{ACED1CE2-B922-42B7-BF0F-040882AA9268}" type="parTrans" cxnId="{50A05FA1-8E3B-4685-B317-55349424F251}">
      <dgm:prSet/>
      <dgm:spPr/>
      <dgm:t>
        <a:bodyPr/>
        <a:lstStyle/>
        <a:p>
          <a:endParaRPr lang="en-US"/>
        </a:p>
      </dgm:t>
    </dgm:pt>
    <dgm:pt modelId="{22C6D721-10E6-49D8-9D8F-D332FE54CD20}" type="sibTrans" cxnId="{50A05FA1-8E3B-4685-B317-55349424F251}">
      <dgm:prSet/>
      <dgm:spPr/>
      <dgm:t>
        <a:bodyPr/>
        <a:lstStyle/>
        <a:p>
          <a:endParaRPr lang="en-US"/>
        </a:p>
      </dgm:t>
    </dgm:pt>
    <dgm:pt modelId="{6023B309-5418-48A9-82EB-6F8F9967C3A8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Request and Response</a:t>
          </a:r>
        </a:p>
      </dgm:t>
    </dgm:pt>
    <dgm:pt modelId="{445F0033-05B3-4183-8F2F-B1DA38DE6744}" type="parTrans" cxnId="{5FCC3A99-4AA8-4B7C-8538-1200F3BF64BC}">
      <dgm:prSet/>
      <dgm:spPr/>
      <dgm:t>
        <a:bodyPr/>
        <a:lstStyle/>
        <a:p>
          <a:endParaRPr lang="en-US"/>
        </a:p>
      </dgm:t>
    </dgm:pt>
    <dgm:pt modelId="{A7081572-B808-4805-AA48-5F9FE18A847D}" type="sibTrans" cxnId="{5FCC3A99-4AA8-4B7C-8538-1200F3BF64BC}">
      <dgm:prSet/>
      <dgm:spPr/>
      <dgm:t>
        <a:bodyPr/>
        <a:lstStyle/>
        <a:p>
          <a:endParaRPr lang="en-US"/>
        </a:p>
      </dgm:t>
    </dgm:pt>
    <dgm:pt modelId="{B238B197-F1FD-4419-97FB-487A4A558027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HTTP Methods</a:t>
          </a:r>
        </a:p>
      </dgm:t>
    </dgm:pt>
    <dgm:pt modelId="{13B82E34-6EB9-4673-AB7F-1BBE2BE1E59D}" type="parTrans" cxnId="{0ED9105C-200B-463B-AAC4-08A4F06757F5}">
      <dgm:prSet/>
      <dgm:spPr/>
      <dgm:t>
        <a:bodyPr/>
        <a:lstStyle/>
        <a:p>
          <a:endParaRPr lang="en-US"/>
        </a:p>
      </dgm:t>
    </dgm:pt>
    <dgm:pt modelId="{3B4E37AE-CE62-419A-A4A6-C2F052D9DF00}" type="sibTrans" cxnId="{0ED9105C-200B-463B-AAC4-08A4F06757F5}">
      <dgm:prSet/>
      <dgm:spPr/>
      <dgm:t>
        <a:bodyPr/>
        <a:lstStyle/>
        <a:p>
          <a:endParaRPr lang="en-US"/>
        </a:p>
      </dgm:t>
    </dgm:pt>
    <dgm:pt modelId="{2A38E091-FC6F-45CD-9638-42F0BEA4694E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HTTP Headers</a:t>
          </a:r>
        </a:p>
      </dgm:t>
    </dgm:pt>
    <dgm:pt modelId="{02E2273B-6FAF-4DDA-83C2-938559B173F1}" type="parTrans" cxnId="{A09C9A22-5A68-4D41-A822-ECD7C4EF1014}">
      <dgm:prSet/>
      <dgm:spPr/>
      <dgm:t>
        <a:bodyPr/>
        <a:lstStyle/>
        <a:p>
          <a:endParaRPr lang="en-US"/>
        </a:p>
      </dgm:t>
    </dgm:pt>
    <dgm:pt modelId="{5DB07629-8DC0-44AB-91D4-7595752D4723}" type="sibTrans" cxnId="{A09C9A22-5A68-4D41-A822-ECD7C4EF1014}">
      <dgm:prSet/>
      <dgm:spPr/>
      <dgm:t>
        <a:bodyPr/>
        <a:lstStyle/>
        <a:p>
          <a:endParaRPr lang="en-US"/>
        </a:p>
      </dgm:t>
    </dgm:pt>
    <dgm:pt modelId="{EB2B8313-0F1B-4B95-8128-2D6700DCEB2B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Query Parameters</a:t>
          </a:r>
        </a:p>
      </dgm:t>
    </dgm:pt>
    <dgm:pt modelId="{C46EE2B1-AABA-4346-AA83-489358AFDB3B}" type="parTrans" cxnId="{C4822382-7BE0-4031-B00C-F65613B454A9}">
      <dgm:prSet/>
      <dgm:spPr/>
      <dgm:t>
        <a:bodyPr/>
        <a:lstStyle/>
        <a:p>
          <a:endParaRPr lang="en-US"/>
        </a:p>
      </dgm:t>
    </dgm:pt>
    <dgm:pt modelId="{E1CFAF3D-42E6-4E8F-979D-3C7D23EAB9EF}" type="sibTrans" cxnId="{C4822382-7BE0-4031-B00C-F65613B454A9}">
      <dgm:prSet/>
      <dgm:spPr/>
      <dgm:t>
        <a:bodyPr/>
        <a:lstStyle/>
        <a:p>
          <a:endParaRPr lang="en-US"/>
        </a:p>
      </dgm:t>
    </dgm:pt>
    <dgm:pt modelId="{C7DB502D-7B60-4C52-95AE-156ECBE82918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Encoding</a:t>
          </a:r>
        </a:p>
      </dgm:t>
    </dgm:pt>
    <dgm:pt modelId="{E7F8E5EF-2FC0-45F2-A875-E026534B6F7A}" type="parTrans" cxnId="{5FB90799-647B-4F1F-A898-20E0ABB8CEAF}">
      <dgm:prSet/>
      <dgm:spPr/>
      <dgm:t>
        <a:bodyPr/>
        <a:lstStyle/>
        <a:p>
          <a:endParaRPr lang="en-US"/>
        </a:p>
      </dgm:t>
    </dgm:pt>
    <dgm:pt modelId="{3CFA10BA-C675-4FAA-9A64-37C57C70F4D8}" type="sibTrans" cxnId="{5FB90799-647B-4F1F-A898-20E0ABB8CEAF}">
      <dgm:prSet/>
      <dgm:spPr/>
      <dgm:t>
        <a:bodyPr/>
        <a:lstStyle/>
        <a:p>
          <a:endParaRPr lang="en-US"/>
        </a:p>
      </dgm:t>
    </dgm:pt>
    <dgm:pt modelId="{34D6A9BD-99FB-4C36-AE61-A2A67735C33B}" type="pres">
      <dgm:prSet presAssocID="{5A3FFF7D-8216-4E4D-B9AD-BFBD6B3DA8BD}" presName="linear" presStyleCnt="0">
        <dgm:presLayoutVars>
          <dgm:animLvl val="lvl"/>
          <dgm:resizeHandles val="exact"/>
        </dgm:presLayoutVars>
      </dgm:prSet>
      <dgm:spPr/>
    </dgm:pt>
    <dgm:pt modelId="{DFDF0421-D8E2-4FB7-AE81-5D994D440A45}" type="pres">
      <dgm:prSet presAssocID="{8A201290-0D4A-4044-8121-7EBC44048D9F}" presName="parentText" presStyleLbl="node1" presStyleIdx="0" presStyleCnt="6">
        <dgm:presLayoutVars>
          <dgm:chMax val="0"/>
          <dgm:bulletEnabled val="1"/>
        </dgm:presLayoutVars>
      </dgm:prSet>
      <dgm:spPr/>
    </dgm:pt>
    <dgm:pt modelId="{51BA603C-94A1-40EF-9F7E-D4DE9DFAC30A}" type="pres">
      <dgm:prSet presAssocID="{22C6D721-10E6-49D8-9D8F-D332FE54CD20}" presName="spacer" presStyleCnt="0"/>
      <dgm:spPr/>
    </dgm:pt>
    <dgm:pt modelId="{F930C9CB-96BB-424B-BEA8-3A7067A78E34}" type="pres">
      <dgm:prSet presAssocID="{6023B309-5418-48A9-82EB-6F8F9967C3A8}" presName="parentText" presStyleLbl="node1" presStyleIdx="1" presStyleCnt="6">
        <dgm:presLayoutVars>
          <dgm:chMax val="0"/>
          <dgm:bulletEnabled val="1"/>
        </dgm:presLayoutVars>
      </dgm:prSet>
      <dgm:spPr/>
    </dgm:pt>
    <dgm:pt modelId="{2A752A82-5D4F-4383-AE50-DEC60B13FEFE}" type="pres">
      <dgm:prSet presAssocID="{A7081572-B808-4805-AA48-5F9FE18A847D}" presName="spacer" presStyleCnt="0"/>
      <dgm:spPr/>
    </dgm:pt>
    <dgm:pt modelId="{309D25CD-D4A7-436C-839E-57EA663AF2B3}" type="pres">
      <dgm:prSet presAssocID="{B238B197-F1FD-4419-97FB-487A4A558027}" presName="parentText" presStyleLbl="node1" presStyleIdx="2" presStyleCnt="6">
        <dgm:presLayoutVars>
          <dgm:chMax val="0"/>
          <dgm:bulletEnabled val="1"/>
        </dgm:presLayoutVars>
      </dgm:prSet>
      <dgm:spPr/>
    </dgm:pt>
    <dgm:pt modelId="{7A348455-8651-4878-8084-1D77FF9F35C1}" type="pres">
      <dgm:prSet presAssocID="{3B4E37AE-CE62-419A-A4A6-C2F052D9DF00}" presName="spacer" presStyleCnt="0"/>
      <dgm:spPr/>
    </dgm:pt>
    <dgm:pt modelId="{958A9BF3-1B0C-4EB2-99A9-84FA2C072C16}" type="pres">
      <dgm:prSet presAssocID="{2A38E091-FC6F-45CD-9638-42F0BEA4694E}" presName="parentText" presStyleLbl="node1" presStyleIdx="3" presStyleCnt="6">
        <dgm:presLayoutVars>
          <dgm:chMax val="0"/>
          <dgm:bulletEnabled val="1"/>
        </dgm:presLayoutVars>
      </dgm:prSet>
      <dgm:spPr/>
    </dgm:pt>
    <dgm:pt modelId="{3E609E46-DFB8-4ACB-A37A-3C07A07FF640}" type="pres">
      <dgm:prSet presAssocID="{5DB07629-8DC0-44AB-91D4-7595752D4723}" presName="spacer" presStyleCnt="0"/>
      <dgm:spPr/>
    </dgm:pt>
    <dgm:pt modelId="{36B3E543-BBA5-481B-9936-E0047D7CF2C6}" type="pres">
      <dgm:prSet presAssocID="{EB2B8313-0F1B-4B95-8128-2D6700DCEB2B}" presName="parentText" presStyleLbl="node1" presStyleIdx="4" presStyleCnt="6">
        <dgm:presLayoutVars>
          <dgm:chMax val="0"/>
          <dgm:bulletEnabled val="1"/>
        </dgm:presLayoutVars>
      </dgm:prSet>
      <dgm:spPr/>
    </dgm:pt>
    <dgm:pt modelId="{D040753D-8EC6-4AE1-A4F1-1683D6E3C8AD}" type="pres">
      <dgm:prSet presAssocID="{E1CFAF3D-42E6-4E8F-979D-3C7D23EAB9EF}" presName="spacer" presStyleCnt="0"/>
      <dgm:spPr/>
    </dgm:pt>
    <dgm:pt modelId="{62DC9964-3EE3-429A-B3A5-97E591EB513F}" type="pres">
      <dgm:prSet presAssocID="{C7DB502D-7B60-4C52-95AE-156ECBE82918}" presName="parentText" presStyleLbl="node1" presStyleIdx="5" presStyleCnt="6">
        <dgm:presLayoutVars>
          <dgm:chMax val="0"/>
          <dgm:bulletEnabled val="1"/>
        </dgm:presLayoutVars>
      </dgm:prSet>
      <dgm:spPr/>
    </dgm:pt>
  </dgm:ptLst>
  <dgm:cxnLst>
    <dgm:cxn modelId="{A09C9A22-5A68-4D41-A822-ECD7C4EF1014}" srcId="{5A3FFF7D-8216-4E4D-B9AD-BFBD6B3DA8BD}" destId="{2A38E091-FC6F-45CD-9638-42F0BEA4694E}" srcOrd="3" destOrd="0" parTransId="{02E2273B-6FAF-4DDA-83C2-938559B173F1}" sibTransId="{5DB07629-8DC0-44AB-91D4-7595752D4723}"/>
    <dgm:cxn modelId="{CB0C8B2A-8480-49FD-A7F0-2D61A6856CA9}" type="presOf" srcId="{C7DB502D-7B60-4C52-95AE-156ECBE82918}" destId="{62DC9964-3EE3-429A-B3A5-97E591EB513F}" srcOrd="0" destOrd="0" presId="urn:microsoft.com/office/officeart/2005/8/layout/vList2"/>
    <dgm:cxn modelId="{2F98E332-46B7-42B3-9097-343751A944A1}" type="presOf" srcId="{2A38E091-FC6F-45CD-9638-42F0BEA4694E}" destId="{958A9BF3-1B0C-4EB2-99A9-84FA2C072C16}" srcOrd="0" destOrd="0" presId="urn:microsoft.com/office/officeart/2005/8/layout/vList2"/>
    <dgm:cxn modelId="{F2439435-436C-43D9-920D-EEE2FBE35669}" type="presOf" srcId="{EB2B8313-0F1B-4B95-8128-2D6700DCEB2B}" destId="{36B3E543-BBA5-481B-9936-E0047D7CF2C6}" srcOrd="0" destOrd="0" presId="urn:microsoft.com/office/officeart/2005/8/layout/vList2"/>
    <dgm:cxn modelId="{0ED9105C-200B-463B-AAC4-08A4F06757F5}" srcId="{5A3FFF7D-8216-4E4D-B9AD-BFBD6B3DA8BD}" destId="{B238B197-F1FD-4419-97FB-487A4A558027}" srcOrd="2" destOrd="0" parTransId="{13B82E34-6EB9-4673-AB7F-1BBE2BE1E59D}" sibTransId="{3B4E37AE-CE62-419A-A4A6-C2F052D9DF00}"/>
    <dgm:cxn modelId="{EE979962-01D1-4B75-814C-1D11F7A1D5B4}" type="presOf" srcId="{8A201290-0D4A-4044-8121-7EBC44048D9F}" destId="{DFDF0421-D8E2-4FB7-AE81-5D994D440A45}" srcOrd="0" destOrd="0" presId="urn:microsoft.com/office/officeart/2005/8/layout/vList2"/>
    <dgm:cxn modelId="{CDD21354-AB41-4259-B4B3-9DEE88783925}" type="presOf" srcId="{5A3FFF7D-8216-4E4D-B9AD-BFBD6B3DA8BD}" destId="{34D6A9BD-99FB-4C36-AE61-A2A67735C33B}" srcOrd="0" destOrd="0" presId="urn:microsoft.com/office/officeart/2005/8/layout/vList2"/>
    <dgm:cxn modelId="{C4822382-7BE0-4031-B00C-F65613B454A9}" srcId="{5A3FFF7D-8216-4E4D-B9AD-BFBD6B3DA8BD}" destId="{EB2B8313-0F1B-4B95-8128-2D6700DCEB2B}" srcOrd="4" destOrd="0" parTransId="{C46EE2B1-AABA-4346-AA83-489358AFDB3B}" sibTransId="{E1CFAF3D-42E6-4E8F-979D-3C7D23EAB9EF}"/>
    <dgm:cxn modelId="{5FB90799-647B-4F1F-A898-20E0ABB8CEAF}" srcId="{5A3FFF7D-8216-4E4D-B9AD-BFBD6B3DA8BD}" destId="{C7DB502D-7B60-4C52-95AE-156ECBE82918}" srcOrd="5" destOrd="0" parTransId="{E7F8E5EF-2FC0-45F2-A875-E026534B6F7A}" sibTransId="{3CFA10BA-C675-4FAA-9A64-37C57C70F4D8}"/>
    <dgm:cxn modelId="{5FCC3A99-4AA8-4B7C-8538-1200F3BF64BC}" srcId="{5A3FFF7D-8216-4E4D-B9AD-BFBD6B3DA8BD}" destId="{6023B309-5418-48A9-82EB-6F8F9967C3A8}" srcOrd="1" destOrd="0" parTransId="{445F0033-05B3-4183-8F2F-B1DA38DE6744}" sibTransId="{A7081572-B808-4805-AA48-5F9FE18A847D}"/>
    <dgm:cxn modelId="{50A05FA1-8E3B-4685-B317-55349424F251}" srcId="{5A3FFF7D-8216-4E4D-B9AD-BFBD6B3DA8BD}" destId="{8A201290-0D4A-4044-8121-7EBC44048D9F}" srcOrd="0" destOrd="0" parTransId="{ACED1CE2-B922-42B7-BF0F-040882AA9268}" sibTransId="{22C6D721-10E6-49D8-9D8F-D332FE54CD20}"/>
    <dgm:cxn modelId="{4B5903B3-171C-4B93-BFF0-B770A7DBF2A1}" type="presOf" srcId="{6023B309-5418-48A9-82EB-6F8F9967C3A8}" destId="{F930C9CB-96BB-424B-BEA8-3A7067A78E34}" srcOrd="0" destOrd="0" presId="urn:microsoft.com/office/officeart/2005/8/layout/vList2"/>
    <dgm:cxn modelId="{E9C4A6DC-6A97-46C2-A656-7A634079D87B}" type="presOf" srcId="{B238B197-F1FD-4419-97FB-487A4A558027}" destId="{309D25CD-D4A7-436C-839E-57EA663AF2B3}" srcOrd="0" destOrd="0" presId="urn:microsoft.com/office/officeart/2005/8/layout/vList2"/>
    <dgm:cxn modelId="{6EDC1B05-10BC-4F8B-A11C-A929880150D1}" type="presParOf" srcId="{34D6A9BD-99FB-4C36-AE61-A2A67735C33B}" destId="{DFDF0421-D8E2-4FB7-AE81-5D994D440A45}" srcOrd="0" destOrd="0" presId="urn:microsoft.com/office/officeart/2005/8/layout/vList2"/>
    <dgm:cxn modelId="{723B6554-D220-410E-8BF8-54D74BDF217D}" type="presParOf" srcId="{34D6A9BD-99FB-4C36-AE61-A2A67735C33B}" destId="{51BA603C-94A1-40EF-9F7E-D4DE9DFAC30A}" srcOrd="1" destOrd="0" presId="urn:microsoft.com/office/officeart/2005/8/layout/vList2"/>
    <dgm:cxn modelId="{0D7307DB-04E9-4CB8-B174-92F101D8393F}" type="presParOf" srcId="{34D6A9BD-99FB-4C36-AE61-A2A67735C33B}" destId="{F930C9CB-96BB-424B-BEA8-3A7067A78E34}" srcOrd="2" destOrd="0" presId="urn:microsoft.com/office/officeart/2005/8/layout/vList2"/>
    <dgm:cxn modelId="{BFC59CAB-081A-4266-A114-09FE4F97ACC4}" type="presParOf" srcId="{34D6A9BD-99FB-4C36-AE61-A2A67735C33B}" destId="{2A752A82-5D4F-4383-AE50-DEC60B13FEFE}" srcOrd="3" destOrd="0" presId="urn:microsoft.com/office/officeart/2005/8/layout/vList2"/>
    <dgm:cxn modelId="{0FF29757-F652-4D8A-9C05-AEC2F365A941}" type="presParOf" srcId="{34D6A9BD-99FB-4C36-AE61-A2A67735C33B}" destId="{309D25CD-D4A7-436C-839E-57EA663AF2B3}" srcOrd="4" destOrd="0" presId="urn:microsoft.com/office/officeart/2005/8/layout/vList2"/>
    <dgm:cxn modelId="{BADB8998-DD3D-4A63-BC35-31481737DB82}" type="presParOf" srcId="{34D6A9BD-99FB-4C36-AE61-A2A67735C33B}" destId="{7A348455-8651-4878-8084-1D77FF9F35C1}" srcOrd="5" destOrd="0" presId="urn:microsoft.com/office/officeart/2005/8/layout/vList2"/>
    <dgm:cxn modelId="{6387D156-F96A-46DB-8600-035959420203}" type="presParOf" srcId="{34D6A9BD-99FB-4C36-AE61-A2A67735C33B}" destId="{958A9BF3-1B0C-4EB2-99A9-84FA2C072C16}" srcOrd="6" destOrd="0" presId="urn:microsoft.com/office/officeart/2005/8/layout/vList2"/>
    <dgm:cxn modelId="{45A2A39E-243A-488D-884D-6DDB6123FC00}" type="presParOf" srcId="{34D6A9BD-99FB-4C36-AE61-A2A67735C33B}" destId="{3E609E46-DFB8-4ACB-A37A-3C07A07FF640}" srcOrd="7" destOrd="0" presId="urn:microsoft.com/office/officeart/2005/8/layout/vList2"/>
    <dgm:cxn modelId="{F9A4AA3E-B810-44F7-B227-5D770990CE89}" type="presParOf" srcId="{34D6A9BD-99FB-4C36-AE61-A2A67735C33B}" destId="{36B3E543-BBA5-481B-9936-E0047D7CF2C6}" srcOrd="8" destOrd="0" presId="urn:microsoft.com/office/officeart/2005/8/layout/vList2"/>
    <dgm:cxn modelId="{44CECD0E-1196-4725-9C1E-1D1C6BA422C0}" type="presParOf" srcId="{34D6A9BD-99FB-4C36-AE61-A2A67735C33B}" destId="{D040753D-8EC6-4AE1-A4F1-1683D6E3C8AD}" srcOrd="9" destOrd="0" presId="urn:microsoft.com/office/officeart/2005/8/layout/vList2"/>
    <dgm:cxn modelId="{1B8ECD78-17EA-427D-9269-52E73C20F676}" type="presParOf" srcId="{34D6A9BD-99FB-4C36-AE61-A2A67735C33B}" destId="{62DC9964-3EE3-429A-B3A5-97E591EB513F}" srcOrd="1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FDF0421-D8E2-4FB7-AE81-5D994D440A45}">
      <dsp:nvSpPr>
        <dsp:cNvPr id="0" name=""/>
        <dsp:cNvSpPr/>
      </dsp:nvSpPr>
      <dsp:spPr>
        <a:xfrm>
          <a:off x="0" y="41610"/>
          <a:ext cx="6628804" cy="746460"/>
        </a:xfrm>
        <a:prstGeom prst="round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marL="0" lvl="0" indent="0" algn="l" defTabSz="12890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900" kern="1200"/>
            <a:t>Basic HTTP</a:t>
          </a:r>
        </a:p>
      </dsp:txBody>
      <dsp:txXfrm>
        <a:off x="36439" y="78049"/>
        <a:ext cx="6555926" cy="673582"/>
      </dsp:txXfrm>
    </dsp:sp>
    <dsp:sp modelId="{F930C9CB-96BB-424B-BEA8-3A7067A78E34}">
      <dsp:nvSpPr>
        <dsp:cNvPr id="0" name=""/>
        <dsp:cNvSpPr/>
      </dsp:nvSpPr>
      <dsp:spPr>
        <a:xfrm>
          <a:off x="0" y="871590"/>
          <a:ext cx="6628804" cy="746460"/>
        </a:xfrm>
        <a:prstGeom prst="roundRect">
          <a:avLst/>
        </a:prstGeom>
        <a:gradFill rotWithShape="0">
          <a:gsLst>
            <a:gs pos="0">
              <a:schemeClr val="accent2">
                <a:hueOff val="-176539"/>
                <a:satOff val="844"/>
                <a:lumOff val="1177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-176539"/>
                <a:satOff val="844"/>
                <a:lumOff val="1177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-176539"/>
                <a:satOff val="844"/>
                <a:lumOff val="1177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marL="0" lvl="0" indent="0" algn="l" defTabSz="12890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900" kern="1200"/>
            <a:t>Request and Response</a:t>
          </a:r>
        </a:p>
      </dsp:txBody>
      <dsp:txXfrm>
        <a:off x="36439" y="908029"/>
        <a:ext cx="6555926" cy="673582"/>
      </dsp:txXfrm>
    </dsp:sp>
    <dsp:sp modelId="{309D25CD-D4A7-436C-839E-57EA663AF2B3}">
      <dsp:nvSpPr>
        <dsp:cNvPr id="0" name=""/>
        <dsp:cNvSpPr/>
      </dsp:nvSpPr>
      <dsp:spPr>
        <a:xfrm>
          <a:off x="0" y="1701570"/>
          <a:ext cx="6628804" cy="746460"/>
        </a:xfrm>
        <a:prstGeom prst="roundRect">
          <a:avLst/>
        </a:prstGeom>
        <a:gradFill rotWithShape="0">
          <a:gsLst>
            <a:gs pos="0">
              <a:schemeClr val="accent2">
                <a:hueOff val="-353078"/>
                <a:satOff val="1687"/>
                <a:lumOff val="2353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-353078"/>
                <a:satOff val="1687"/>
                <a:lumOff val="2353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-353078"/>
                <a:satOff val="1687"/>
                <a:lumOff val="2353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marL="0" lvl="0" indent="0" algn="l" defTabSz="12890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900" kern="1200"/>
            <a:t>HTTP Methods</a:t>
          </a:r>
        </a:p>
      </dsp:txBody>
      <dsp:txXfrm>
        <a:off x="36439" y="1738009"/>
        <a:ext cx="6555926" cy="673582"/>
      </dsp:txXfrm>
    </dsp:sp>
    <dsp:sp modelId="{958A9BF3-1B0C-4EB2-99A9-84FA2C072C16}">
      <dsp:nvSpPr>
        <dsp:cNvPr id="0" name=""/>
        <dsp:cNvSpPr/>
      </dsp:nvSpPr>
      <dsp:spPr>
        <a:xfrm>
          <a:off x="0" y="2531550"/>
          <a:ext cx="6628804" cy="746460"/>
        </a:xfrm>
        <a:prstGeom prst="roundRect">
          <a:avLst/>
        </a:prstGeom>
        <a:gradFill rotWithShape="0">
          <a:gsLst>
            <a:gs pos="0">
              <a:schemeClr val="accent2">
                <a:hueOff val="-529618"/>
                <a:satOff val="2531"/>
                <a:lumOff val="353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-529618"/>
                <a:satOff val="2531"/>
                <a:lumOff val="353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-529618"/>
                <a:satOff val="2531"/>
                <a:lumOff val="353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marL="0" lvl="0" indent="0" algn="l" defTabSz="12890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900" kern="1200"/>
            <a:t>HTTP Headers</a:t>
          </a:r>
        </a:p>
      </dsp:txBody>
      <dsp:txXfrm>
        <a:off x="36439" y="2567989"/>
        <a:ext cx="6555926" cy="673582"/>
      </dsp:txXfrm>
    </dsp:sp>
    <dsp:sp modelId="{36B3E543-BBA5-481B-9936-E0047D7CF2C6}">
      <dsp:nvSpPr>
        <dsp:cNvPr id="0" name=""/>
        <dsp:cNvSpPr/>
      </dsp:nvSpPr>
      <dsp:spPr>
        <a:xfrm>
          <a:off x="0" y="3361530"/>
          <a:ext cx="6628804" cy="746460"/>
        </a:xfrm>
        <a:prstGeom prst="roundRect">
          <a:avLst/>
        </a:prstGeom>
        <a:gradFill rotWithShape="0">
          <a:gsLst>
            <a:gs pos="0">
              <a:schemeClr val="accent2">
                <a:hueOff val="-706157"/>
                <a:satOff val="3374"/>
                <a:lumOff val="4706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-706157"/>
                <a:satOff val="3374"/>
                <a:lumOff val="4706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-706157"/>
                <a:satOff val="3374"/>
                <a:lumOff val="4706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marL="0" lvl="0" indent="0" algn="l" defTabSz="12890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900" kern="1200"/>
            <a:t>Query Parameters</a:t>
          </a:r>
        </a:p>
      </dsp:txBody>
      <dsp:txXfrm>
        <a:off x="36439" y="3397969"/>
        <a:ext cx="6555926" cy="673582"/>
      </dsp:txXfrm>
    </dsp:sp>
    <dsp:sp modelId="{62DC9964-3EE3-429A-B3A5-97E591EB513F}">
      <dsp:nvSpPr>
        <dsp:cNvPr id="0" name=""/>
        <dsp:cNvSpPr/>
      </dsp:nvSpPr>
      <dsp:spPr>
        <a:xfrm>
          <a:off x="0" y="4191510"/>
          <a:ext cx="6628804" cy="746460"/>
        </a:xfrm>
        <a:prstGeom prst="roundRect">
          <a:avLst/>
        </a:prstGeom>
        <a:gradFill rotWithShape="0">
          <a:gsLst>
            <a:gs pos="0">
              <a:schemeClr val="accent2">
                <a:hueOff val="-882696"/>
                <a:satOff val="4218"/>
                <a:lumOff val="5883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-882696"/>
                <a:satOff val="4218"/>
                <a:lumOff val="5883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-882696"/>
                <a:satOff val="4218"/>
                <a:lumOff val="5883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marL="0" lvl="0" indent="0" algn="l" defTabSz="12890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900" kern="1200"/>
            <a:t>Encoding</a:t>
          </a:r>
        </a:p>
      </dsp:txBody>
      <dsp:txXfrm>
        <a:off x="36439" y="4227949"/>
        <a:ext cx="6555926" cy="673582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8FD4FC-732E-4504-BC9E-E137DCAFDD74}" type="datetimeFigureOut">
              <a:rPr lang="en-US" smtClean="0"/>
              <a:t>6/12/2021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726933-CD27-40DB-BD72-DB3ED5CAFF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310087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8FD4FC-732E-4504-BC9E-E137DCAFDD74}" type="datetimeFigureOut">
              <a:rPr lang="en-US" smtClean="0"/>
              <a:t>6/12/2021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726933-CD27-40DB-BD72-DB3ED5CAFF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942562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8FD4FC-732E-4504-BC9E-E137DCAFDD74}" type="datetimeFigureOut">
              <a:rPr lang="en-US" smtClean="0"/>
              <a:t>6/12/2021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726933-CD27-40DB-BD72-DB3ED5CAFF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322588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8FD4FC-732E-4504-BC9E-E137DCAFDD74}" type="datetimeFigureOut">
              <a:rPr lang="en-US" smtClean="0"/>
              <a:t>6/12/2021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726933-CD27-40DB-BD72-DB3ED5CAFF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93753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8FD4FC-732E-4504-BC9E-E137DCAFDD74}" type="datetimeFigureOut">
              <a:rPr lang="en-US" smtClean="0"/>
              <a:t>6/12/2021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726933-CD27-40DB-BD72-DB3ED5CAFF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37364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8FD4FC-732E-4504-BC9E-E137DCAFDD74}" type="datetimeFigureOut">
              <a:rPr lang="en-US" smtClean="0"/>
              <a:t>6/12/2021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726933-CD27-40DB-BD72-DB3ED5CAFF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04619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8FD4FC-732E-4504-BC9E-E137DCAFDD74}" type="datetimeFigureOut">
              <a:rPr lang="en-US" smtClean="0"/>
              <a:t>6/12/2021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726933-CD27-40DB-BD72-DB3ED5CAFF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07435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8FD4FC-732E-4504-BC9E-E137DCAFDD74}" type="datetimeFigureOut">
              <a:rPr lang="en-US" smtClean="0"/>
              <a:t>6/12/2021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726933-CD27-40DB-BD72-DB3ED5CAFF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00047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8FD4FC-732E-4504-BC9E-E137DCAFDD74}" type="datetimeFigureOut">
              <a:rPr lang="en-US" smtClean="0"/>
              <a:t>6/12/2021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726933-CD27-40DB-BD72-DB3ED5CAFF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517989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8FD4FC-732E-4504-BC9E-E137DCAFDD74}" type="datetimeFigureOut">
              <a:rPr lang="en-US" smtClean="0"/>
              <a:t>6/12/2021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726933-CD27-40DB-BD72-DB3ED5CAFF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440107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8FD4FC-732E-4504-BC9E-E137DCAFDD74}" type="datetimeFigureOut">
              <a:rPr lang="en-US" smtClean="0"/>
              <a:t>6/12/2021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726933-CD27-40DB-BD72-DB3ED5CAFF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60710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28FD4FC-732E-4504-BC9E-E137DCAFDD74}" type="datetimeFigureOut">
              <a:rPr lang="en-US" smtClean="0"/>
              <a:t>6/12/2021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D726933-CD27-40DB-BD72-DB3ED5CAFF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8505850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880" r:id="rId1"/>
    <p:sldLayoutId id="2147483881" r:id="rId2"/>
    <p:sldLayoutId id="2147483882" r:id="rId3"/>
    <p:sldLayoutId id="2147483883" r:id="rId4"/>
    <p:sldLayoutId id="2147483884" r:id="rId5"/>
    <p:sldLayoutId id="2147483885" r:id="rId6"/>
    <p:sldLayoutId id="2147483886" r:id="rId7"/>
    <p:sldLayoutId id="2147483887" r:id="rId8"/>
    <p:sldLayoutId id="2147483888" r:id="rId9"/>
    <p:sldLayoutId id="2147483889" r:id="rId10"/>
    <p:sldLayoutId id="2147483890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hyperlink" Target="https://mypage.com/post1?preview=true" TargetMode="Externa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Relationship Id="rId4" Type="http://schemas.openxmlformats.org/officeDocument/2006/relationships/hyperlink" Target="https://www.youtube.com/watch?v=3fX-Q7BTiyI&amp;ab_channel=CodePath" TargetMode="Externa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sv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svg"/><Relationship Id="rId5" Type="http://schemas.openxmlformats.org/officeDocument/2006/relationships/image" Target="../media/image10.png"/><Relationship Id="rId4" Type="http://schemas.openxmlformats.org/officeDocument/2006/relationships/image" Target="../media/image8.sv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svg"/><Relationship Id="rId5" Type="http://schemas.openxmlformats.org/officeDocument/2006/relationships/image" Target="../media/image10.png"/><Relationship Id="rId4" Type="http://schemas.openxmlformats.org/officeDocument/2006/relationships/image" Target="../media/image1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PNG"/><Relationship Id="rId5" Type="http://schemas.openxmlformats.org/officeDocument/2006/relationships/image" Target="../media/image11.svg"/><Relationship Id="rId4" Type="http://schemas.openxmlformats.org/officeDocument/2006/relationships/image" Target="../media/image10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.PNG"/><Relationship Id="rId5" Type="http://schemas.openxmlformats.org/officeDocument/2006/relationships/image" Target="../media/image11.svg"/><Relationship Id="rId4" Type="http://schemas.openxmlformats.org/officeDocument/2006/relationships/image" Target="../media/image10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.PNG"/><Relationship Id="rId5" Type="http://schemas.openxmlformats.org/officeDocument/2006/relationships/image" Target="../media/image11.svg"/><Relationship Id="rId4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73A22ED3-DC0F-47C0-859D-3C9426CCFAF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073288" y="4562475"/>
            <a:ext cx="9276178" cy="1687999"/>
          </a:xfrm>
        </p:spPr>
        <p:txBody>
          <a:bodyPr>
            <a:normAutofit/>
          </a:bodyPr>
          <a:lstStyle/>
          <a:p>
            <a:pPr algn="l"/>
            <a:r>
              <a:rPr lang="en-US" sz="3600"/>
              <a:t>Unit 1 Lab</a:t>
            </a:r>
          </a:p>
          <a:p>
            <a:pPr algn="l"/>
            <a:r>
              <a:rPr lang="en-US" sz="3600"/>
              <a:t>Basic Web Exploits</a:t>
            </a:r>
          </a:p>
        </p:txBody>
      </p:sp>
      <p:pic>
        <p:nvPicPr>
          <p:cNvPr id="15" name="Picture 14" descr="A picture containing logo&#10;&#10;Description automatically generated">
            <a:extLst>
              <a:ext uri="{FF2B5EF4-FFF2-40B4-BE49-F238E27FC236}">
                <a16:creationId xmlns:a16="http://schemas.microsoft.com/office/drawing/2014/main" id="{96CFD05B-6532-469B-98B9-D0917B602A7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4250" y="2481803"/>
            <a:ext cx="11832139" cy="10451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44049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0" name="Rectangle 79">
            <a:extLst>
              <a:ext uri="{FF2B5EF4-FFF2-40B4-BE49-F238E27FC236}">
                <a16:creationId xmlns:a16="http://schemas.microsoft.com/office/drawing/2014/main" id="{2EB492CD-616E-47F8-933B-5E2D952A05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82" name="Arc 81">
            <a:extLst>
              <a:ext uri="{FF2B5EF4-FFF2-40B4-BE49-F238E27FC236}">
                <a16:creationId xmlns:a16="http://schemas.microsoft.com/office/drawing/2014/main" id="{59383CF9-23B5-4335-9B21-1791C4CF1C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3967198" flipH="1">
            <a:off x="8631348" y="490493"/>
            <a:ext cx="2987899" cy="2987899"/>
          </a:xfrm>
          <a:prstGeom prst="arc">
            <a:avLst>
              <a:gd name="adj1" fmla="val 14441841"/>
              <a:gd name="adj2" fmla="val 0"/>
            </a:avLst>
          </a:prstGeom>
          <a:ln w="127000" cap="rnd">
            <a:solidFill>
              <a:schemeClr val="accent4"/>
            </a:solidFill>
            <a:prstDash val="dash"/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4A9459E-6361-46C7-B732-BE46832D69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94962" y="479493"/>
            <a:ext cx="5458838" cy="1325563"/>
          </a:xfrm>
        </p:spPr>
        <p:txBody>
          <a:bodyPr>
            <a:normAutofit/>
          </a:bodyPr>
          <a:lstStyle/>
          <a:p>
            <a:r>
              <a:rPr lang="en-US"/>
              <a:t>Overview</a:t>
            </a:r>
          </a:p>
        </p:txBody>
      </p:sp>
      <p:sp>
        <p:nvSpPr>
          <p:cNvPr id="84" name="Freeform: Shape 83">
            <a:extLst>
              <a:ext uri="{FF2B5EF4-FFF2-40B4-BE49-F238E27FC236}">
                <a16:creationId xmlns:a16="http://schemas.microsoft.com/office/drawing/2014/main" id="{0007FE00-9498-4706-B255-6437B0252C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5486400"/>
            <a:ext cx="2672863" cy="1371600"/>
          </a:xfrm>
          <a:custGeom>
            <a:avLst/>
            <a:gdLst>
              <a:gd name="connsiteX0" fmla="*/ 1721734 w 2672863"/>
              <a:gd name="connsiteY0" fmla="*/ 0 h 1371600"/>
              <a:gd name="connsiteX1" fmla="*/ 2564444 w 2672863"/>
              <a:gd name="connsiteY1" fmla="*/ 213382 h 1371600"/>
              <a:gd name="connsiteX2" fmla="*/ 2672863 w 2672863"/>
              <a:gd name="connsiteY2" fmla="*/ 279248 h 1371600"/>
              <a:gd name="connsiteX3" fmla="*/ 2672863 w 2672863"/>
              <a:gd name="connsiteY3" fmla="*/ 1371600 h 1371600"/>
              <a:gd name="connsiteX4" fmla="*/ 0 w 2672863"/>
              <a:gd name="connsiteY4" fmla="*/ 1371600 h 1371600"/>
              <a:gd name="connsiteX5" fmla="*/ 33268 w 2672863"/>
              <a:gd name="connsiteY5" fmla="*/ 1242216 h 1371600"/>
              <a:gd name="connsiteX6" fmla="*/ 1721734 w 2672863"/>
              <a:gd name="connsiteY6" fmla="*/ 0 h 1371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672863" h="1371600">
                <a:moveTo>
                  <a:pt x="1721734" y="0"/>
                </a:moveTo>
                <a:cubicBezTo>
                  <a:pt x="2026863" y="0"/>
                  <a:pt x="2313937" y="77299"/>
                  <a:pt x="2564444" y="213382"/>
                </a:cubicBezTo>
                <a:lnTo>
                  <a:pt x="2672863" y="279248"/>
                </a:lnTo>
                <a:lnTo>
                  <a:pt x="2672863" y="1371600"/>
                </a:lnTo>
                <a:lnTo>
                  <a:pt x="0" y="1371600"/>
                </a:lnTo>
                <a:lnTo>
                  <a:pt x="33268" y="1242216"/>
                </a:lnTo>
                <a:cubicBezTo>
                  <a:pt x="257110" y="522539"/>
                  <a:pt x="928399" y="0"/>
                  <a:pt x="1721734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68" name="Graphic 43" descr="Programmer">
            <a:extLst>
              <a:ext uri="{FF2B5EF4-FFF2-40B4-BE49-F238E27FC236}">
                <a16:creationId xmlns:a16="http://schemas.microsoft.com/office/drawing/2014/main" id="{47CEBB03-F06B-42DA-B812-E13E081AA4B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03182" y="955437"/>
            <a:ext cx="4777381" cy="4777381"/>
          </a:xfrm>
          <a:custGeom>
            <a:avLst/>
            <a:gdLst/>
            <a:ahLst/>
            <a:cxnLst/>
            <a:rect l="l" t="t" r="r" b="b"/>
            <a:pathLst>
              <a:path w="4777381" h="5643794">
                <a:moveTo>
                  <a:pt x="143704" y="0"/>
                </a:moveTo>
                <a:lnTo>
                  <a:pt x="4633677" y="0"/>
                </a:lnTo>
                <a:cubicBezTo>
                  <a:pt x="4713043" y="0"/>
                  <a:pt x="4777381" y="64338"/>
                  <a:pt x="4777381" y="143704"/>
                </a:cubicBezTo>
                <a:lnTo>
                  <a:pt x="4777381" y="5500090"/>
                </a:lnTo>
                <a:cubicBezTo>
                  <a:pt x="4777381" y="5579456"/>
                  <a:pt x="4713043" y="5643794"/>
                  <a:pt x="4633677" y="5643794"/>
                </a:cubicBezTo>
                <a:lnTo>
                  <a:pt x="143704" y="5643794"/>
                </a:lnTo>
                <a:cubicBezTo>
                  <a:pt x="64338" y="5643794"/>
                  <a:pt x="0" y="5579456"/>
                  <a:pt x="0" y="5500090"/>
                </a:cubicBezTo>
                <a:lnTo>
                  <a:pt x="0" y="143704"/>
                </a:lnTo>
                <a:cubicBezTo>
                  <a:pt x="0" y="64338"/>
                  <a:pt x="64338" y="0"/>
                  <a:pt x="143704" y="0"/>
                </a:cubicBezTo>
                <a:close/>
              </a:path>
            </a:pathLst>
          </a:custGeom>
        </p:spPr>
      </p:pic>
      <p:sp>
        <p:nvSpPr>
          <p:cNvPr id="40" name="Content Placeholder 2">
            <a:extLst>
              <a:ext uri="{FF2B5EF4-FFF2-40B4-BE49-F238E27FC236}">
                <a16:creationId xmlns:a16="http://schemas.microsoft.com/office/drawing/2014/main" id="{09BE25EA-861E-497D-9422-219F09FDCC3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94962" y="1984443"/>
            <a:ext cx="5458838" cy="4192520"/>
          </a:xfrm>
        </p:spPr>
        <p:txBody>
          <a:bodyPr>
            <a:normAutofit/>
          </a:bodyPr>
          <a:lstStyle/>
          <a:p>
            <a:r>
              <a:rPr lang="en-US" sz="1500" b="1" dirty="0"/>
              <a:t>Prerequisites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sz="1500" dirty="0"/>
              <a:t>Basic HTTP, Encoding</a:t>
            </a:r>
          </a:p>
          <a:p>
            <a:pPr marL="0" indent="0">
              <a:buNone/>
            </a:pPr>
            <a:endParaRPr lang="en-US" sz="1500" b="1" dirty="0"/>
          </a:p>
          <a:p>
            <a:r>
              <a:rPr lang="en-US" sz="1500" b="1" dirty="0"/>
              <a:t>Focus Areas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sz="1500" dirty="0"/>
              <a:t>URL Manipulation, Insecure Direct Object Reference</a:t>
            </a:r>
          </a:p>
          <a:p>
            <a:pPr marL="0" indent="0">
              <a:buNone/>
            </a:pPr>
            <a:endParaRPr lang="en-US" sz="1500" dirty="0"/>
          </a:p>
          <a:p>
            <a:r>
              <a:rPr lang="en-US" sz="1500" b="1" dirty="0"/>
              <a:t>Tools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sz="1500" dirty="0"/>
              <a:t>Burp Suite, Cyber Shepherd</a:t>
            </a:r>
          </a:p>
          <a:p>
            <a:endParaRPr lang="en-US" sz="1500" dirty="0"/>
          </a:p>
          <a:p>
            <a:r>
              <a:rPr lang="en-US" sz="1500" b="1" dirty="0"/>
              <a:t>Challenges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sz="1500" dirty="0"/>
              <a:t>Challenge 2 Walk Through</a:t>
            </a:r>
          </a:p>
        </p:txBody>
      </p:sp>
    </p:spTree>
    <p:extLst>
      <p:ext uri="{BB962C8B-B14F-4D97-AF65-F5344CB8AC3E}">
        <p14:creationId xmlns:p14="http://schemas.microsoft.com/office/powerpoint/2010/main" val="326663423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4E4328-7ECD-437D-8D4E-98FFEED35F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2481" y="1382486"/>
            <a:ext cx="3547581" cy="4093028"/>
          </a:xfrm>
        </p:spPr>
        <p:txBody>
          <a:bodyPr anchor="ctr">
            <a:normAutofit/>
          </a:bodyPr>
          <a:lstStyle/>
          <a:p>
            <a:r>
              <a:rPr lang="en-US" sz="4400" b="1" dirty="0"/>
              <a:t>Prerequisites</a:t>
            </a:r>
            <a:br>
              <a:rPr lang="en-US" sz="4400" dirty="0"/>
            </a:br>
            <a:endParaRPr lang="en-US" sz="4400" dirty="0"/>
          </a:p>
        </p:txBody>
      </p:sp>
      <p:graphicFrame>
        <p:nvGraphicFramePr>
          <p:cNvPr id="41" name="Content Placeholder 2">
            <a:extLst>
              <a:ext uri="{FF2B5EF4-FFF2-40B4-BE49-F238E27FC236}">
                <a16:creationId xmlns:a16="http://schemas.microsoft.com/office/drawing/2014/main" id="{6922B855-FF2C-4FA6-9BE1-8A0B38F18CD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294391487"/>
              </p:ext>
            </p:extLst>
          </p:nvPr>
        </p:nvGraphicFramePr>
        <p:xfrm>
          <a:off x="4916553" y="944563"/>
          <a:ext cx="6628804" cy="497958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cxnSp>
        <p:nvCxnSpPr>
          <p:cNvPr id="63" name="Straight Connector 62">
            <a:extLst>
              <a:ext uri="{FF2B5EF4-FFF2-40B4-BE49-F238E27FC236}">
                <a16:creationId xmlns:a16="http://schemas.microsoft.com/office/drawing/2014/main" id="{ED468EB1-5DDF-482D-BD3B-41714932C5F7}"/>
              </a:ext>
            </a:extLst>
          </p:cNvPr>
          <p:cNvCxnSpPr>
            <a:cxnSpLocks/>
          </p:cNvCxnSpPr>
          <p:nvPr/>
        </p:nvCxnSpPr>
        <p:spPr>
          <a:xfrm>
            <a:off x="652481" y="3594682"/>
            <a:ext cx="3021897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4722247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308086-6AC5-4635-A38F-BED4A4B242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Focus Areas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004527-14AF-4A22-8ACE-2CB38C2FEA9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787701"/>
            <a:ext cx="10666445" cy="463175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000" b="1" dirty="0"/>
              <a:t>URL Manipulation</a:t>
            </a:r>
          </a:p>
          <a:p>
            <a:r>
              <a:rPr lang="en-US" sz="2000" dirty="0"/>
              <a:t>When editing a URL, it can revel private information or allow access to data that should be restricted.</a:t>
            </a:r>
          </a:p>
          <a:p>
            <a:r>
              <a:rPr lang="en-US" sz="2000" dirty="0"/>
              <a:t>Enumerating values in a database.</a:t>
            </a:r>
          </a:p>
          <a:p>
            <a:r>
              <a:rPr lang="en-US" sz="2000" dirty="0"/>
              <a:t>Searching for new webpages.</a:t>
            </a:r>
          </a:p>
          <a:p>
            <a:endParaRPr lang="en-US" sz="2000" dirty="0"/>
          </a:p>
          <a:p>
            <a:pPr marL="0" indent="0">
              <a:buNone/>
            </a:pPr>
            <a:r>
              <a:rPr lang="en-US" sz="2000" b="1" dirty="0"/>
              <a:t>Example:</a:t>
            </a:r>
          </a:p>
          <a:p>
            <a:pPr marL="0" indent="0">
              <a:buNone/>
            </a:pPr>
            <a:r>
              <a:rPr lang="en-US" sz="2000" dirty="0"/>
              <a:t>If someone adds </a:t>
            </a:r>
            <a:r>
              <a:rPr lang="en-US" sz="2000" dirty="0">
                <a:solidFill>
                  <a:srgbClr val="FF0000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http://mypage.com/post1?preview</a:t>
            </a:r>
            <a:r>
              <a:rPr lang="en-US" sz="2000" dirty="0">
                <a:solidFill>
                  <a:schemeClr val="accent1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=true</a:t>
            </a:r>
            <a:endParaRPr lang="en-US" sz="2000" dirty="0">
              <a:solidFill>
                <a:schemeClr val="accent1"/>
              </a:solidFill>
            </a:endParaRPr>
          </a:p>
          <a:p>
            <a:r>
              <a:rPr lang="en-US" sz="2000" dirty="0"/>
              <a:t>This may show an unpublished version of a webpage</a:t>
            </a:r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endParaRPr lang="en-US" sz="2000" dirty="0"/>
          </a:p>
          <a:p>
            <a:endParaRPr lang="en-US" dirty="0"/>
          </a:p>
          <a:p>
            <a:pPr marL="0" indent="0">
              <a:buNone/>
            </a:pP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D016DB03-E7E6-49F9-8527-D656B9FC4A89}"/>
              </a:ext>
            </a:extLst>
          </p:cNvPr>
          <p:cNvCxnSpPr/>
          <p:nvPr/>
        </p:nvCxnSpPr>
        <p:spPr>
          <a:xfrm>
            <a:off x="838200" y="1371600"/>
            <a:ext cx="105918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3848881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308086-6AC5-4635-A38F-BED4A4B242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Focus Areas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004527-14AF-4A22-8ACE-2CB38C2FEA9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787701"/>
            <a:ext cx="10822497" cy="463175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000" b="1" dirty="0"/>
              <a:t>Insecure Direct Object Reference</a:t>
            </a:r>
          </a:p>
          <a:p>
            <a:r>
              <a:rPr lang="en-US" sz="2000" dirty="0"/>
              <a:t>When code access a restricted input based on user input but fails to verify the authorization.</a:t>
            </a:r>
          </a:p>
          <a:p>
            <a:r>
              <a:rPr lang="en-US" sz="2000" dirty="0"/>
              <a:t>There is now a direct reference to an internal resource.</a:t>
            </a:r>
          </a:p>
          <a:p>
            <a:pPr marL="0" indent="0">
              <a:buNone/>
            </a:pPr>
            <a:endParaRPr lang="en-US" sz="2000" dirty="0">
              <a:solidFill>
                <a:schemeClr val="accent1"/>
              </a:solidFill>
            </a:endParaRPr>
          </a:p>
          <a:p>
            <a:pPr marL="0" indent="0">
              <a:buNone/>
            </a:pPr>
            <a:endParaRPr lang="en-US" sz="2000" dirty="0">
              <a:solidFill>
                <a:schemeClr val="accent1"/>
              </a:solidFill>
            </a:endParaRPr>
          </a:p>
          <a:p>
            <a:pPr marL="0" indent="0">
              <a:buNone/>
            </a:pPr>
            <a:endParaRPr lang="en-US" sz="2000" dirty="0">
              <a:solidFill>
                <a:schemeClr val="accent1"/>
              </a:solidFill>
            </a:endParaRPr>
          </a:p>
          <a:p>
            <a:pPr marL="0" indent="0">
              <a:buNone/>
            </a:pPr>
            <a:endParaRPr lang="en-US" sz="2000" dirty="0">
              <a:solidFill>
                <a:schemeClr val="accent1"/>
              </a:solidFill>
            </a:endParaRPr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D016DB03-E7E6-49F9-8527-D656B9FC4A89}"/>
              </a:ext>
            </a:extLst>
          </p:cNvPr>
          <p:cNvCxnSpPr/>
          <p:nvPr/>
        </p:nvCxnSpPr>
        <p:spPr>
          <a:xfrm>
            <a:off x="838200" y="1371600"/>
            <a:ext cx="105918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Picture 4" descr="Diagram&#10;&#10;Description automatically generated">
            <a:extLst>
              <a:ext uri="{FF2B5EF4-FFF2-40B4-BE49-F238E27FC236}">
                <a16:creationId xmlns:a16="http://schemas.microsoft.com/office/drawing/2014/main" id="{3F259678-711F-41A6-9B95-98F341B05B7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10312" y="3306291"/>
            <a:ext cx="6199273" cy="32101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374323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308086-6AC5-4635-A38F-BED4A4B242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Focus Areas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004527-14AF-4A22-8ACE-2CB38C2FEA9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787701"/>
            <a:ext cx="10666445" cy="463175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000" b="1" dirty="0"/>
              <a:t>How it works:</a:t>
            </a:r>
            <a:endParaRPr lang="en-US" b="1" dirty="0"/>
          </a:p>
          <a:p>
            <a:r>
              <a:rPr lang="en-US" sz="2000" dirty="0"/>
              <a:t>You are sent a personal promo code </a:t>
            </a:r>
            <a:r>
              <a:rPr lang="en-US" sz="2000" dirty="0">
                <a:solidFill>
                  <a:srgbClr val="C00000"/>
                </a:solidFill>
              </a:rPr>
              <a:t>http:/test.com/</a:t>
            </a:r>
            <a:r>
              <a:rPr lang="en-US" sz="2000" dirty="0" err="1">
                <a:solidFill>
                  <a:schemeClr val="accent1"/>
                </a:solidFill>
              </a:rPr>
              <a:t>applydiscount?promo</a:t>
            </a:r>
            <a:r>
              <a:rPr lang="en-US" sz="2000" dirty="0">
                <a:solidFill>
                  <a:schemeClr val="accent1"/>
                </a:solidFill>
              </a:rPr>
              <a:t>=111 </a:t>
            </a:r>
            <a:r>
              <a:rPr lang="en-US" sz="2000" dirty="0"/>
              <a:t>which displays during check out:</a:t>
            </a:r>
          </a:p>
          <a:p>
            <a:endParaRPr lang="en-US" sz="2000" dirty="0"/>
          </a:p>
          <a:p>
            <a:pPr>
              <a:buFont typeface="Wingdings" panose="05000000000000000000" pitchFamily="2" charset="2"/>
              <a:buChar char="Ø"/>
            </a:pPr>
            <a:r>
              <a:rPr lang="en-US" sz="2000" dirty="0"/>
              <a:t>Applied Discount = 20%</a:t>
            </a:r>
          </a:p>
          <a:p>
            <a:pPr>
              <a:buFont typeface="Wingdings" panose="05000000000000000000" pitchFamily="2" charset="2"/>
              <a:buChar char="Ø"/>
            </a:pPr>
            <a:endParaRPr lang="en-US" sz="2000" dirty="0"/>
          </a:p>
          <a:p>
            <a:r>
              <a:rPr lang="en-US" sz="2000" dirty="0"/>
              <a:t>But now your curious to see if there is another discount available by changing the parameter “promo code” to </a:t>
            </a:r>
            <a:r>
              <a:rPr lang="en-US" sz="2000" dirty="0">
                <a:solidFill>
                  <a:schemeClr val="accent1"/>
                </a:solidFill>
              </a:rPr>
              <a:t>:/</a:t>
            </a:r>
            <a:r>
              <a:rPr lang="en-US" sz="2000" dirty="0" err="1">
                <a:solidFill>
                  <a:schemeClr val="accent1"/>
                </a:solidFill>
              </a:rPr>
              <a:t>applydiscount?promo</a:t>
            </a:r>
            <a:r>
              <a:rPr lang="en-US" sz="2000" dirty="0">
                <a:solidFill>
                  <a:schemeClr val="accent1"/>
                </a:solidFill>
              </a:rPr>
              <a:t>=124 </a:t>
            </a:r>
            <a:r>
              <a:rPr lang="en-US" sz="2000" dirty="0"/>
              <a:t>or</a:t>
            </a:r>
            <a:r>
              <a:rPr lang="en-US" sz="2000" dirty="0">
                <a:solidFill>
                  <a:srgbClr val="C00000"/>
                </a:solidFill>
              </a:rPr>
              <a:t> </a:t>
            </a:r>
            <a:r>
              <a:rPr lang="en-US" sz="2000" dirty="0">
                <a:solidFill>
                  <a:schemeClr val="accent1"/>
                </a:solidFill>
              </a:rPr>
              <a:t>/</a:t>
            </a:r>
            <a:r>
              <a:rPr lang="en-US" sz="2000" dirty="0" err="1">
                <a:solidFill>
                  <a:schemeClr val="accent1"/>
                </a:solidFill>
              </a:rPr>
              <a:t>applydiscount?promo</a:t>
            </a:r>
            <a:r>
              <a:rPr lang="en-US" sz="2000" dirty="0">
                <a:solidFill>
                  <a:schemeClr val="accent1"/>
                </a:solidFill>
              </a:rPr>
              <a:t>=150 </a:t>
            </a:r>
            <a:r>
              <a:rPr lang="en-US" sz="2000" dirty="0"/>
              <a:t>which displays during check out:</a:t>
            </a:r>
          </a:p>
          <a:p>
            <a:endParaRPr lang="en-US" sz="2000" dirty="0"/>
          </a:p>
          <a:p>
            <a:pPr>
              <a:buFont typeface="Wingdings" panose="05000000000000000000" pitchFamily="2" charset="2"/>
              <a:buChar char="Ø"/>
            </a:pPr>
            <a:r>
              <a:rPr lang="en-US" sz="2000" dirty="0"/>
              <a:t>Applied Discount = 50% (Or 75%)</a:t>
            </a:r>
          </a:p>
          <a:p>
            <a:pPr>
              <a:buFont typeface="Arial" panose="020B0604020202020204" pitchFamily="34" charset="0"/>
              <a:buChar char="•"/>
            </a:pPr>
            <a:endParaRPr lang="en-US" sz="2400" dirty="0"/>
          </a:p>
          <a:p>
            <a:pPr marL="0" indent="0">
              <a:buNone/>
            </a:pPr>
            <a:endParaRPr lang="en-US" dirty="0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D016DB03-E7E6-49F9-8527-D656B9FC4A89}"/>
              </a:ext>
            </a:extLst>
          </p:cNvPr>
          <p:cNvCxnSpPr/>
          <p:nvPr/>
        </p:nvCxnSpPr>
        <p:spPr>
          <a:xfrm>
            <a:off x="838200" y="1371600"/>
            <a:ext cx="105918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2251350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0E2A06-C7AA-464C-858E-EB8EB13B81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Tools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C324FB-050A-4BEF-ACED-C44FE91159E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209532" y="1745330"/>
            <a:ext cx="4184035" cy="410041"/>
          </a:xfrm>
        </p:spPr>
        <p:txBody>
          <a:bodyPr>
            <a:normAutofit fontScale="92500" lnSpcReduction="10000"/>
          </a:bodyPr>
          <a:lstStyle/>
          <a:p>
            <a:pPr marL="0" indent="0" algn="ctr">
              <a:buNone/>
            </a:pPr>
            <a:r>
              <a:rPr lang="en-US" dirty="0"/>
              <a:t> </a:t>
            </a:r>
            <a:r>
              <a:rPr lang="en-US" sz="1900" b="1" dirty="0"/>
              <a:t>Burp Suite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pPr marL="0" indent="0">
              <a:buNone/>
            </a:pPr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08C61EE-58C0-4324-B596-3CCAF5C1C64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68685" y="1928789"/>
            <a:ext cx="4184034" cy="385985"/>
          </a:xfrm>
        </p:spPr>
        <p:txBody>
          <a:bodyPr>
            <a:normAutofit fontScale="92500" lnSpcReduction="10000"/>
          </a:bodyPr>
          <a:lstStyle/>
          <a:p>
            <a:pPr marL="0" indent="0" algn="ctr">
              <a:buNone/>
            </a:pPr>
            <a:r>
              <a:rPr lang="en-US" sz="1900" b="1" dirty="0" err="1"/>
              <a:t>CodePath</a:t>
            </a:r>
            <a:r>
              <a:rPr lang="en-US" sz="1900" b="1" dirty="0"/>
              <a:t> Security Shepherd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6" name="Picture 5" descr="A picture containing table&#10;&#10;Description automatically generated">
            <a:extLst>
              <a:ext uri="{FF2B5EF4-FFF2-40B4-BE49-F238E27FC236}">
                <a16:creationId xmlns:a16="http://schemas.microsoft.com/office/drawing/2014/main" id="{20101596-2FD4-44DB-BBFC-43C71949BDA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91590" y="2314774"/>
            <a:ext cx="3386084" cy="2228452"/>
          </a:xfrm>
          <a:prstGeom prst="rect">
            <a:avLst/>
          </a:prstGeom>
        </p:spPr>
      </p:pic>
      <p:pic>
        <p:nvPicPr>
          <p:cNvPr id="10" name="Picture 9" descr="A picture containing text, mammal&#10;&#10;Description automatically generated">
            <a:extLst>
              <a:ext uri="{FF2B5EF4-FFF2-40B4-BE49-F238E27FC236}">
                <a16:creationId xmlns:a16="http://schemas.microsoft.com/office/drawing/2014/main" id="{B62790F0-FB56-46FC-901A-6703DC58480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40312" y="2673836"/>
            <a:ext cx="3495410" cy="2425467"/>
          </a:xfrm>
          <a:prstGeom prst="rect">
            <a:avLst/>
          </a:prstGeom>
        </p:spPr>
      </p:pic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88D00015-584A-4667-A50B-9A2B298B7C8D}"/>
              </a:ext>
            </a:extLst>
          </p:cNvPr>
          <p:cNvCxnSpPr/>
          <p:nvPr/>
        </p:nvCxnSpPr>
        <p:spPr>
          <a:xfrm>
            <a:off x="838200" y="1371600"/>
            <a:ext cx="105918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4052F3BB-FDB3-42C8-8FD5-4273083E1F72}"/>
              </a:ext>
            </a:extLst>
          </p:cNvPr>
          <p:cNvSpPr txBox="1"/>
          <p:nvPr/>
        </p:nvSpPr>
        <p:spPr>
          <a:xfrm>
            <a:off x="1140363" y="5025938"/>
            <a:ext cx="425320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1">
              <a:buFont typeface="Arial" panose="020B0604020202020204" pitchFamily="34" charset="0"/>
              <a:buChar char="•"/>
            </a:pPr>
            <a:r>
              <a:rPr lang="en-US" sz="1600" dirty="0"/>
              <a:t>Used for web application security testing.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1600" dirty="0">
                <a:hlinkClick r:id="rId4"/>
              </a:rPr>
              <a:t>Video walk through to install Burp Suite</a:t>
            </a:r>
            <a:endParaRPr lang="en-US" sz="1600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6778F486-D495-433A-AA1F-D2E48587D937}"/>
              </a:ext>
            </a:extLst>
          </p:cNvPr>
          <p:cNvSpPr txBox="1"/>
          <p:nvPr/>
        </p:nvSpPr>
        <p:spPr>
          <a:xfrm>
            <a:off x="6134100" y="5272159"/>
            <a:ext cx="425320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1">
              <a:buFont typeface="Arial" panose="020B0604020202020204" pitchFamily="34" charset="0"/>
              <a:buChar char="•"/>
            </a:pPr>
            <a:r>
              <a:rPr lang="en-US" sz="1600" dirty="0"/>
              <a:t>Security Training platform</a:t>
            </a:r>
          </a:p>
        </p:txBody>
      </p:sp>
    </p:spTree>
    <p:extLst>
      <p:ext uri="{BB962C8B-B14F-4D97-AF65-F5344CB8AC3E}">
        <p14:creationId xmlns:p14="http://schemas.microsoft.com/office/powerpoint/2010/main" val="8610916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77E98F-19B8-43BB-AB11-567753D956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Other Tools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D01D594-EE28-4CDA-8DE0-89B211B222A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780254"/>
            <a:ext cx="8596668" cy="4520415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sz="1600" b="1" dirty="0"/>
              <a:t>Intruder</a:t>
            </a:r>
          </a:p>
          <a:p>
            <a:r>
              <a:rPr lang="en-US" sz="1600" dirty="0"/>
              <a:t>Change parameters that you set that will help you</a:t>
            </a:r>
          </a:p>
          <a:p>
            <a:pPr marL="0" indent="0">
              <a:buNone/>
            </a:pPr>
            <a:r>
              <a:rPr lang="en-US" sz="1600" dirty="0"/>
              <a:t>      cycle through a list of different things. </a:t>
            </a:r>
          </a:p>
          <a:p>
            <a:pPr marL="0" indent="0">
              <a:buNone/>
            </a:pPr>
            <a:r>
              <a:rPr lang="en-US" sz="1600" dirty="0"/>
              <a:t>      (In other words, it can also be used for brute force)</a:t>
            </a:r>
          </a:p>
          <a:p>
            <a:endParaRPr lang="en-US" sz="1600" dirty="0"/>
          </a:p>
          <a:p>
            <a:pPr marL="0" indent="0">
              <a:buNone/>
            </a:pPr>
            <a:r>
              <a:rPr lang="en-US" sz="1600" b="1" dirty="0"/>
              <a:t>Repeater</a:t>
            </a:r>
          </a:p>
          <a:p>
            <a:r>
              <a:rPr lang="en-US" sz="1600" dirty="0"/>
              <a:t>Used to manually modify the HTTP request and</a:t>
            </a:r>
          </a:p>
          <a:p>
            <a:pPr marL="0" indent="0">
              <a:buNone/>
            </a:pPr>
            <a:r>
              <a:rPr lang="en-US" sz="1600" dirty="0"/>
              <a:t>      to playback request to the server.</a:t>
            </a:r>
          </a:p>
          <a:p>
            <a:pPr marL="0" indent="0">
              <a:buNone/>
            </a:pPr>
            <a:r>
              <a:rPr lang="en-US" sz="1600" dirty="0"/>
              <a:t>      (Will show example on next slides)</a:t>
            </a:r>
          </a:p>
          <a:p>
            <a:pPr marL="0" indent="0">
              <a:buNone/>
            </a:pPr>
            <a:endParaRPr lang="en-US" sz="1600" dirty="0"/>
          </a:p>
          <a:p>
            <a:pPr marL="0" indent="0">
              <a:buNone/>
            </a:pPr>
            <a:r>
              <a:rPr lang="en-US" sz="1600" b="1" dirty="0"/>
              <a:t>Decode</a:t>
            </a:r>
          </a:p>
          <a:p>
            <a:r>
              <a:rPr lang="en-US" sz="1600" dirty="0"/>
              <a:t>Used to encode or decode symbols.</a:t>
            </a:r>
          </a:p>
          <a:p>
            <a:endParaRPr lang="en-US" sz="1600" dirty="0"/>
          </a:p>
          <a:p>
            <a:pPr marL="0" indent="0">
              <a:buNone/>
            </a:pPr>
            <a:r>
              <a:rPr lang="en-US" sz="1600" b="1" dirty="0"/>
              <a:t>HTTP History</a:t>
            </a:r>
          </a:p>
          <a:p>
            <a:r>
              <a:rPr lang="en-US" sz="1600" dirty="0"/>
              <a:t>Contains a table of all HTTP messages passed through the Proxy.</a:t>
            </a:r>
          </a:p>
        </p:txBody>
      </p:sp>
      <p:pic>
        <p:nvPicPr>
          <p:cNvPr id="7" name="Picture 6" descr="A picture containing table&#10;&#10;Description automatically generated">
            <a:extLst>
              <a:ext uri="{FF2B5EF4-FFF2-40B4-BE49-F238E27FC236}">
                <a16:creationId xmlns:a16="http://schemas.microsoft.com/office/drawing/2014/main" id="{7CAB3F0D-2182-4DF9-99C4-3B36D22014A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25547" y="1779207"/>
            <a:ext cx="5657615" cy="3880773"/>
          </a:xfrm>
          <a:prstGeom prst="rect">
            <a:avLst/>
          </a:prstGeom>
        </p:spPr>
      </p:pic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44A7C9A2-B097-4BE0-B11F-C5B98BC306C5}"/>
              </a:ext>
            </a:extLst>
          </p:cNvPr>
          <p:cNvCxnSpPr/>
          <p:nvPr/>
        </p:nvCxnSpPr>
        <p:spPr>
          <a:xfrm>
            <a:off x="838200" y="1371600"/>
            <a:ext cx="105918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6" name="Graphic 15" descr="Arrow Right with solid fill">
            <a:extLst>
              <a:ext uri="{FF2B5EF4-FFF2-40B4-BE49-F238E27FC236}">
                <a16:creationId xmlns:a16="http://schemas.microsoft.com/office/drawing/2014/main" id="{BC687F14-5DD2-4A11-ADAC-5CAD92CF5BA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16200000">
            <a:off x="6257180" y="2322739"/>
            <a:ext cx="259281" cy="581639"/>
          </a:xfrm>
          <a:prstGeom prst="rect">
            <a:avLst/>
          </a:prstGeom>
        </p:spPr>
      </p:pic>
      <p:pic>
        <p:nvPicPr>
          <p:cNvPr id="17" name="Graphic 16" descr="Arrow Right with solid fill">
            <a:extLst>
              <a:ext uri="{FF2B5EF4-FFF2-40B4-BE49-F238E27FC236}">
                <a16:creationId xmlns:a16="http://schemas.microsoft.com/office/drawing/2014/main" id="{75646791-02B2-43F1-90E8-A9CF6E7ACB9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16200000">
            <a:off x="8833998" y="2080534"/>
            <a:ext cx="259281" cy="581639"/>
          </a:xfrm>
          <a:prstGeom prst="rect">
            <a:avLst/>
          </a:prstGeom>
        </p:spPr>
      </p:pic>
      <p:pic>
        <p:nvPicPr>
          <p:cNvPr id="18" name="Graphic 17" descr="Arrow Right with solid fill">
            <a:extLst>
              <a:ext uri="{FF2B5EF4-FFF2-40B4-BE49-F238E27FC236}">
                <a16:creationId xmlns:a16="http://schemas.microsoft.com/office/drawing/2014/main" id="{0CE6AD8D-74BF-44C0-B717-0F1D4418901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5400000">
            <a:off x="7658493" y="1760947"/>
            <a:ext cx="278149" cy="581639"/>
          </a:xfrm>
          <a:prstGeom prst="rect">
            <a:avLst/>
          </a:prstGeom>
        </p:spPr>
      </p:pic>
      <p:pic>
        <p:nvPicPr>
          <p:cNvPr id="19" name="Graphic 18" descr="Arrow Right with solid fill">
            <a:extLst>
              <a:ext uri="{FF2B5EF4-FFF2-40B4-BE49-F238E27FC236}">
                <a16:creationId xmlns:a16="http://schemas.microsoft.com/office/drawing/2014/main" id="{032B7120-1D17-4D25-9D7E-2F16B427CD7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5400000">
            <a:off x="7076854" y="1732195"/>
            <a:ext cx="278149" cy="5816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203814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B28F6F-02A8-4BD3-AA6C-D14A53F34F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Challenges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EF7836-6BCC-4B1D-8D6B-BABC655C051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000" dirty="0"/>
              <a:t>Walk Through: Challenge 2 Insecure Direct Object References (IDOR)</a:t>
            </a:r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r>
              <a:rPr lang="en-US" sz="2000" dirty="0"/>
              <a:t>1. Click on “Refresh your Profile”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33361930-4342-4D08-A3FB-6D7EF4C512F2}"/>
              </a:ext>
            </a:extLst>
          </p:cNvPr>
          <p:cNvCxnSpPr/>
          <p:nvPr/>
        </p:nvCxnSpPr>
        <p:spPr>
          <a:xfrm>
            <a:off x="838200" y="1371600"/>
            <a:ext cx="105918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5" descr="Graphical user interface, text, application, email&#10;&#10;Description automatically generated">
            <a:extLst>
              <a:ext uri="{FF2B5EF4-FFF2-40B4-BE49-F238E27FC236}">
                <a16:creationId xmlns:a16="http://schemas.microsoft.com/office/drawing/2014/main" id="{2F44B5DB-F717-4276-8811-9BBF93F580C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63780" y="2200439"/>
            <a:ext cx="4588380" cy="4444814"/>
          </a:xfrm>
          <a:prstGeom prst="rect">
            <a:avLst/>
          </a:prstGeom>
        </p:spPr>
      </p:pic>
      <p:pic>
        <p:nvPicPr>
          <p:cNvPr id="7" name="Graphic 6" descr="Arrow Right with solid fill">
            <a:extLst>
              <a:ext uri="{FF2B5EF4-FFF2-40B4-BE49-F238E27FC236}">
                <a16:creationId xmlns:a16="http://schemas.microsoft.com/office/drawing/2014/main" id="{19DE3A1D-5A63-43B4-A1C2-4EA827C2411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10800000">
            <a:off x="7582640" y="5107107"/>
            <a:ext cx="259281" cy="581639"/>
          </a:xfrm>
          <a:prstGeom prst="rect">
            <a:avLst/>
          </a:prstGeom>
        </p:spPr>
      </p:pic>
      <p:pic>
        <p:nvPicPr>
          <p:cNvPr id="9" name="Graphic 8" descr="Star with solid fill">
            <a:extLst>
              <a:ext uri="{FF2B5EF4-FFF2-40B4-BE49-F238E27FC236}">
                <a16:creationId xmlns:a16="http://schemas.microsoft.com/office/drawing/2014/main" id="{E0DB450C-DFF0-4048-9FC5-912CD1AC6138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261448" y="5012116"/>
            <a:ext cx="310391" cy="3103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043074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B28F6F-02A8-4BD3-AA6C-D14A53F34F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Challenges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EF7836-6BCC-4B1D-8D6B-BABC655C051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000" dirty="0"/>
              <a:t>2. Navigate to your Burp Suite</a:t>
            </a:r>
          </a:p>
          <a:p>
            <a:pPr marL="0" indent="0">
              <a:buNone/>
            </a:pPr>
            <a:r>
              <a:rPr lang="en-US" sz="2000" dirty="0"/>
              <a:t>3. Right click on the first URL</a:t>
            </a:r>
          </a:p>
          <a:p>
            <a:pPr marL="0" indent="0">
              <a:buNone/>
            </a:pPr>
            <a:r>
              <a:rPr lang="en-US" sz="2000" dirty="0"/>
              <a:t>4. Click “Send to Repeater”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33361930-4342-4D08-A3FB-6D7EF4C512F2}"/>
              </a:ext>
            </a:extLst>
          </p:cNvPr>
          <p:cNvCxnSpPr/>
          <p:nvPr/>
        </p:nvCxnSpPr>
        <p:spPr>
          <a:xfrm>
            <a:off x="838200" y="1371600"/>
            <a:ext cx="105918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Graphic 6" descr="Arrow Right with solid fill">
            <a:extLst>
              <a:ext uri="{FF2B5EF4-FFF2-40B4-BE49-F238E27FC236}">
                <a16:creationId xmlns:a16="http://schemas.microsoft.com/office/drawing/2014/main" id="{19DE3A1D-5A63-43B4-A1C2-4EA827C2411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10800000">
            <a:off x="7582640" y="5107107"/>
            <a:ext cx="259281" cy="581639"/>
          </a:xfrm>
          <a:prstGeom prst="rect">
            <a:avLst/>
          </a:prstGeom>
        </p:spPr>
      </p:pic>
      <p:pic>
        <p:nvPicPr>
          <p:cNvPr id="8" name="Picture 7" descr="Graphical user interface, text, application, email&#10;&#10;Description automatically generated">
            <a:extLst>
              <a:ext uri="{FF2B5EF4-FFF2-40B4-BE49-F238E27FC236}">
                <a16:creationId xmlns:a16="http://schemas.microsoft.com/office/drawing/2014/main" id="{DF97A316-8D10-4A89-BF07-F33A5D0D4AE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0" y="1690688"/>
            <a:ext cx="5075602" cy="4900393"/>
          </a:xfrm>
          <a:prstGeom prst="rect">
            <a:avLst/>
          </a:prstGeom>
        </p:spPr>
      </p:pic>
      <p:pic>
        <p:nvPicPr>
          <p:cNvPr id="9" name="Graphic 8" descr="Arrow Right with solid fill">
            <a:extLst>
              <a:ext uri="{FF2B5EF4-FFF2-40B4-BE49-F238E27FC236}">
                <a16:creationId xmlns:a16="http://schemas.microsoft.com/office/drawing/2014/main" id="{DFA95667-2B35-4378-A3CD-6C342EC5AD9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10800000">
            <a:off x="9119224" y="2406343"/>
            <a:ext cx="259281" cy="581639"/>
          </a:xfrm>
          <a:prstGeom prst="rect">
            <a:avLst/>
          </a:prstGeom>
        </p:spPr>
      </p:pic>
      <p:pic>
        <p:nvPicPr>
          <p:cNvPr id="10" name="Graphic 9" descr="Star with solid fill">
            <a:extLst>
              <a:ext uri="{FF2B5EF4-FFF2-40B4-BE49-F238E27FC236}">
                <a16:creationId xmlns:a16="http://schemas.microsoft.com/office/drawing/2014/main" id="{63A76CEA-6F3C-43AD-B256-849006847C7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003099" y="1690688"/>
            <a:ext cx="243279" cy="2432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84053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B28F6F-02A8-4BD3-AA6C-D14A53F34F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Challenges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EF7836-6BCC-4B1D-8D6B-BABC655C051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000" dirty="0"/>
              <a:t>5. Click “Send” </a:t>
            </a:r>
          </a:p>
          <a:p>
            <a:pPr marL="0" indent="0">
              <a:buNone/>
            </a:pPr>
            <a:r>
              <a:rPr lang="en-US" sz="2000" dirty="0"/>
              <a:t>After you click “Send”, read the </a:t>
            </a:r>
          </a:p>
          <a:p>
            <a:pPr marL="0" indent="0">
              <a:buNone/>
            </a:pPr>
            <a:r>
              <a:rPr lang="en-US" sz="2000" dirty="0"/>
              <a:t>Response section. </a:t>
            </a:r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r>
              <a:rPr lang="en-US" sz="2000" dirty="0"/>
              <a:t>6. Go to “Inspector” </a:t>
            </a:r>
          </a:p>
          <a:p>
            <a:pPr marL="0" indent="0">
              <a:buNone/>
            </a:pPr>
            <a:r>
              <a:rPr lang="en-US" sz="2000" dirty="0"/>
              <a:t>7. Go to “Body Parameter”</a:t>
            </a:r>
          </a:p>
          <a:p>
            <a:pPr marL="0" indent="0">
              <a:buNone/>
            </a:pPr>
            <a:r>
              <a:rPr lang="en-US" sz="2000" dirty="0"/>
              <a:t>8. Click on “Add”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33361930-4342-4D08-A3FB-6D7EF4C512F2}"/>
              </a:ext>
            </a:extLst>
          </p:cNvPr>
          <p:cNvCxnSpPr/>
          <p:nvPr/>
        </p:nvCxnSpPr>
        <p:spPr>
          <a:xfrm>
            <a:off x="838200" y="1371600"/>
            <a:ext cx="105918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Graphic 6" descr="Arrow Right with solid fill">
            <a:extLst>
              <a:ext uri="{FF2B5EF4-FFF2-40B4-BE49-F238E27FC236}">
                <a16:creationId xmlns:a16="http://schemas.microsoft.com/office/drawing/2014/main" id="{19DE3A1D-5A63-43B4-A1C2-4EA827C2411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10800000">
            <a:off x="7582640" y="5107107"/>
            <a:ext cx="259281" cy="581639"/>
          </a:xfrm>
          <a:prstGeom prst="rect">
            <a:avLst/>
          </a:prstGeom>
        </p:spPr>
      </p:pic>
      <p:pic>
        <p:nvPicPr>
          <p:cNvPr id="9" name="Graphic 8" descr="Star with solid fill">
            <a:extLst>
              <a:ext uri="{FF2B5EF4-FFF2-40B4-BE49-F238E27FC236}">
                <a16:creationId xmlns:a16="http://schemas.microsoft.com/office/drawing/2014/main" id="{E0DB450C-DFF0-4048-9FC5-912CD1AC613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261448" y="5012116"/>
            <a:ext cx="310391" cy="310391"/>
          </a:xfrm>
          <a:prstGeom prst="rect">
            <a:avLst/>
          </a:prstGeom>
        </p:spPr>
      </p:pic>
      <p:pic>
        <p:nvPicPr>
          <p:cNvPr id="8" name="Picture 7" descr="Graphical user interface, text, application, email&#10;&#10;Description automatically generated">
            <a:extLst>
              <a:ext uri="{FF2B5EF4-FFF2-40B4-BE49-F238E27FC236}">
                <a16:creationId xmlns:a16="http://schemas.microsoft.com/office/drawing/2014/main" id="{3D56BB0B-5CB0-459F-9134-BEFD8B00A74C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15057" y="1735059"/>
            <a:ext cx="7821328" cy="4351338"/>
          </a:xfrm>
          <a:prstGeom prst="rect">
            <a:avLst/>
          </a:prstGeom>
        </p:spPr>
      </p:pic>
      <p:pic>
        <p:nvPicPr>
          <p:cNvPr id="10" name="Graphic 9" descr="Arrow Right with solid fill">
            <a:extLst>
              <a:ext uri="{FF2B5EF4-FFF2-40B4-BE49-F238E27FC236}">
                <a16:creationId xmlns:a16="http://schemas.microsoft.com/office/drawing/2014/main" id="{618FBA5D-21F4-4287-9B78-477D33B6343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10800000">
            <a:off x="4572391" y="1944949"/>
            <a:ext cx="259281" cy="581639"/>
          </a:xfrm>
          <a:prstGeom prst="rect">
            <a:avLst/>
          </a:prstGeom>
        </p:spPr>
      </p:pic>
      <p:pic>
        <p:nvPicPr>
          <p:cNvPr id="11" name="Graphic 10" descr="Arrow Right with solid fill">
            <a:extLst>
              <a:ext uri="{FF2B5EF4-FFF2-40B4-BE49-F238E27FC236}">
                <a16:creationId xmlns:a16="http://schemas.microsoft.com/office/drawing/2014/main" id="{F37F4142-60CA-4AB2-AE65-FECC97A74CF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16200000">
            <a:off x="11615925" y="3204264"/>
            <a:ext cx="259281" cy="581639"/>
          </a:xfrm>
          <a:prstGeom prst="rect">
            <a:avLst/>
          </a:prstGeom>
        </p:spPr>
      </p:pic>
      <p:pic>
        <p:nvPicPr>
          <p:cNvPr id="12" name="Graphic 11" descr="Star with solid fill">
            <a:extLst>
              <a:ext uri="{FF2B5EF4-FFF2-40B4-BE49-F238E27FC236}">
                <a16:creationId xmlns:a16="http://schemas.microsoft.com/office/drawing/2014/main" id="{C7C64541-7B59-4CDF-A8A2-8816214573C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531530" y="2222880"/>
            <a:ext cx="310391" cy="310391"/>
          </a:xfrm>
          <a:prstGeom prst="rect">
            <a:avLst/>
          </a:prstGeom>
        </p:spPr>
      </p:pic>
      <p:pic>
        <p:nvPicPr>
          <p:cNvPr id="13" name="Graphic 12" descr="Star with solid fill">
            <a:extLst>
              <a:ext uri="{FF2B5EF4-FFF2-40B4-BE49-F238E27FC236}">
                <a16:creationId xmlns:a16="http://schemas.microsoft.com/office/drawing/2014/main" id="{F6CD898E-8C6F-4BAC-B5E4-9BB209D02EA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152079" y="2080573"/>
            <a:ext cx="310391" cy="310391"/>
          </a:xfrm>
          <a:prstGeom prst="rect">
            <a:avLst/>
          </a:prstGeom>
        </p:spPr>
      </p:pic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04D17B46-1600-453D-87CD-235BA193ED89}"/>
              </a:ext>
            </a:extLst>
          </p:cNvPr>
          <p:cNvSpPr txBox="1">
            <a:spLocks/>
          </p:cNvSpPr>
          <p:nvPr/>
        </p:nvSpPr>
        <p:spPr>
          <a:xfrm>
            <a:off x="8801176" y="2790804"/>
            <a:ext cx="2249576" cy="410041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dirty="0"/>
              <a:t> </a:t>
            </a:r>
            <a:r>
              <a:rPr lang="en-US" sz="1900" b="1" dirty="0">
                <a:solidFill>
                  <a:schemeClr val="bg1"/>
                </a:solidFill>
              </a:rPr>
              <a:t>Step 8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pPr marL="0" indent="0">
              <a:buFont typeface="Arial" panose="020B0604020202020204" pitchFamily="34" charset="0"/>
              <a:buNone/>
            </a:pPr>
            <a:endParaRPr lang="en-US" dirty="0"/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4592051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B28F6F-02A8-4BD3-AA6C-D14A53F34F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Challenges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EF7836-6BCC-4B1D-8D6B-BABC655C051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000" dirty="0"/>
              <a:t>9. Under “Name” type username and </a:t>
            </a:r>
          </a:p>
          <a:p>
            <a:pPr marL="0" indent="0">
              <a:buNone/>
            </a:pPr>
            <a:r>
              <a:rPr lang="en-US" sz="2000" dirty="0"/>
              <a:t>     under “Value” type “admin”</a:t>
            </a:r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r>
              <a:rPr lang="en-US" sz="2000" dirty="0"/>
              <a:t>Look at the “Request” section</a:t>
            </a:r>
          </a:p>
          <a:p>
            <a:pPr marL="0" indent="0">
              <a:buNone/>
            </a:pPr>
            <a:r>
              <a:rPr lang="en-US" sz="2000" dirty="0"/>
              <a:t>10. Remove username=guest and type </a:t>
            </a:r>
          </a:p>
          <a:p>
            <a:pPr marL="0" indent="0">
              <a:buNone/>
            </a:pPr>
            <a:r>
              <a:rPr lang="en-US" sz="2000" dirty="0"/>
              <a:t>      “username=admin”</a:t>
            </a:r>
          </a:p>
          <a:p>
            <a:pPr marL="0" indent="0">
              <a:buNone/>
            </a:pPr>
            <a:r>
              <a:rPr lang="en-US" sz="2000" dirty="0"/>
              <a:t>11. Click “Send” on the top left</a:t>
            </a:r>
          </a:p>
          <a:p>
            <a:pPr marL="0" indent="0">
              <a:buNone/>
            </a:pPr>
            <a:r>
              <a:rPr lang="en-US" sz="2000" dirty="0"/>
              <a:t>12. In “Response” look at the key and</a:t>
            </a:r>
          </a:p>
          <a:p>
            <a:pPr marL="0" indent="0">
              <a:buNone/>
            </a:pPr>
            <a:r>
              <a:rPr lang="en-US" sz="2000" dirty="0"/>
              <a:t>      copy it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33361930-4342-4D08-A3FB-6D7EF4C512F2}"/>
              </a:ext>
            </a:extLst>
          </p:cNvPr>
          <p:cNvCxnSpPr/>
          <p:nvPr/>
        </p:nvCxnSpPr>
        <p:spPr>
          <a:xfrm>
            <a:off x="838200" y="1371600"/>
            <a:ext cx="105918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Graphic 6" descr="Arrow Right with solid fill">
            <a:extLst>
              <a:ext uri="{FF2B5EF4-FFF2-40B4-BE49-F238E27FC236}">
                <a16:creationId xmlns:a16="http://schemas.microsoft.com/office/drawing/2014/main" id="{19DE3A1D-5A63-43B4-A1C2-4EA827C2411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10800000">
            <a:off x="7582640" y="5107107"/>
            <a:ext cx="259281" cy="581639"/>
          </a:xfrm>
          <a:prstGeom prst="rect">
            <a:avLst/>
          </a:prstGeom>
        </p:spPr>
      </p:pic>
      <p:pic>
        <p:nvPicPr>
          <p:cNvPr id="9" name="Graphic 8" descr="Arrow Right with solid fill">
            <a:extLst>
              <a:ext uri="{FF2B5EF4-FFF2-40B4-BE49-F238E27FC236}">
                <a16:creationId xmlns:a16="http://schemas.microsoft.com/office/drawing/2014/main" id="{DFA95667-2B35-4378-A3CD-6C342EC5AD9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10800000">
            <a:off x="9119224" y="2406343"/>
            <a:ext cx="259281" cy="581639"/>
          </a:xfrm>
          <a:prstGeom prst="rect">
            <a:avLst/>
          </a:prstGeom>
        </p:spPr>
      </p:pic>
      <p:pic>
        <p:nvPicPr>
          <p:cNvPr id="10" name="Graphic 9" descr="Star with solid fill">
            <a:extLst>
              <a:ext uri="{FF2B5EF4-FFF2-40B4-BE49-F238E27FC236}">
                <a16:creationId xmlns:a16="http://schemas.microsoft.com/office/drawing/2014/main" id="{63A76CEA-6F3C-43AD-B256-849006847C7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003099" y="1690688"/>
            <a:ext cx="243279" cy="243279"/>
          </a:xfrm>
          <a:prstGeom prst="rect">
            <a:avLst/>
          </a:prstGeom>
        </p:spPr>
      </p:pic>
      <p:pic>
        <p:nvPicPr>
          <p:cNvPr id="6" name="Picture 5" descr="Graphical user interface, text, application&#10;&#10;Description automatically generated">
            <a:extLst>
              <a:ext uri="{FF2B5EF4-FFF2-40B4-BE49-F238E27FC236}">
                <a16:creationId xmlns:a16="http://schemas.microsoft.com/office/drawing/2014/main" id="{DB6D0F00-9EE5-4A41-90F2-41BEF746D0FA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50839" y="1585520"/>
            <a:ext cx="6655267" cy="5069456"/>
          </a:xfrm>
          <a:prstGeom prst="rect">
            <a:avLst/>
          </a:prstGeom>
        </p:spPr>
      </p:pic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7EAFEED0-268E-4C97-AACE-370971DE275F}"/>
              </a:ext>
            </a:extLst>
          </p:cNvPr>
          <p:cNvSpPr txBox="1">
            <a:spLocks/>
          </p:cNvSpPr>
          <p:nvPr/>
        </p:nvSpPr>
        <p:spPr>
          <a:xfrm>
            <a:off x="9685995" y="3223979"/>
            <a:ext cx="925240" cy="410041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dirty="0"/>
              <a:t> </a:t>
            </a:r>
            <a:r>
              <a:rPr lang="en-US" sz="1900" b="1" dirty="0">
                <a:solidFill>
                  <a:schemeClr val="bg1"/>
                </a:solidFill>
              </a:rPr>
              <a:t>Step 9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pPr marL="0" indent="0">
              <a:buFont typeface="Arial" panose="020B0604020202020204" pitchFamily="34" charset="0"/>
              <a:buNone/>
            </a:pPr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pic>
        <p:nvPicPr>
          <p:cNvPr id="12" name="Graphic 11" descr="Arrow Right with solid fill">
            <a:extLst>
              <a:ext uri="{FF2B5EF4-FFF2-40B4-BE49-F238E27FC236}">
                <a16:creationId xmlns:a16="http://schemas.microsoft.com/office/drawing/2014/main" id="{36C3B409-FDAE-43A2-BF75-98ABBB73D5B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16200000">
            <a:off x="11079030" y="3267821"/>
            <a:ext cx="259281" cy="581639"/>
          </a:xfrm>
          <a:prstGeom prst="rect">
            <a:avLst/>
          </a:prstGeom>
        </p:spPr>
      </p:pic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819B4D7E-6FD0-4591-B06C-48B88BA7AA25}"/>
              </a:ext>
            </a:extLst>
          </p:cNvPr>
          <p:cNvSpPr txBox="1">
            <a:spLocks/>
          </p:cNvSpPr>
          <p:nvPr/>
        </p:nvSpPr>
        <p:spPr>
          <a:xfrm>
            <a:off x="5568399" y="4757271"/>
            <a:ext cx="925240" cy="410041"/>
          </a:xfrm>
          <a:prstGeom prst="rect">
            <a:avLst/>
          </a:prstGeom>
        </p:spPr>
        <p:txBody>
          <a:bodyPr vert="horz" lIns="91440" tIns="45720" rIns="91440" bIns="45720" rtlCol="0">
            <a:normAutofit fontScale="85000"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dirty="0"/>
              <a:t> </a:t>
            </a:r>
            <a:r>
              <a:rPr lang="en-US" sz="1900" b="1" dirty="0">
                <a:solidFill>
                  <a:schemeClr val="bg1"/>
                </a:solidFill>
              </a:rPr>
              <a:t>Step 10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pPr marL="0" indent="0">
              <a:buFont typeface="Arial" panose="020B0604020202020204" pitchFamily="34" charset="0"/>
              <a:buNone/>
            </a:pPr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pic>
        <p:nvPicPr>
          <p:cNvPr id="14" name="Graphic 13" descr="Arrow Right with solid fill">
            <a:extLst>
              <a:ext uri="{FF2B5EF4-FFF2-40B4-BE49-F238E27FC236}">
                <a16:creationId xmlns:a16="http://schemas.microsoft.com/office/drawing/2014/main" id="{61A0D51C-B4DD-41F3-8B81-3CFABF8174B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16200000">
            <a:off x="5312018" y="4912422"/>
            <a:ext cx="259281" cy="581639"/>
          </a:xfrm>
          <a:prstGeom prst="rect">
            <a:avLst/>
          </a:prstGeom>
        </p:spPr>
      </p:pic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AEC8D25F-19CD-4E76-A4E3-3A87877DFD75}"/>
              </a:ext>
            </a:extLst>
          </p:cNvPr>
          <p:cNvSpPr txBox="1">
            <a:spLocks/>
          </p:cNvSpPr>
          <p:nvPr/>
        </p:nvSpPr>
        <p:spPr>
          <a:xfrm>
            <a:off x="7934414" y="5733744"/>
            <a:ext cx="925240" cy="410041"/>
          </a:xfrm>
          <a:prstGeom prst="rect">
            <a:avLst/>
          </a:prstGeom>
        </p:spPr>
        <p:txBody>
          <a:bodyPr vert="horz" lIns="91440" tIns="45720" rIns="91440" bIns="45720" rtlCol="0">
            <a:normAutofit fontScale="85000"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dirty="0"/>
              <a:t> </a:t>
            </a:r>
            <a:r>
              <a:rPr lang="en-US" sz="1900" b="1" dirty="0">
                <a:solidFill>
                  <a:schemeClr val="bg1"/>
                </a:solidFill>
              </a:rPr>
              <a:t>Step 12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pPr marL="0" indent="0">
              <a:buFont typeface="Arial" panose="020B0604020202020204" pitchFamily="34" charset="0"/>
              <a:buNone/>
            </a:pPr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pic>
        <p:nvPicPr>
          <p:cNvPr id="16" name="Graphic 15" descr="Arrow Right with solid fill">
            <a:extLst>
              <a:ext uri="{FF2B5EF4-FFF2-40B4-BE49-F238E27FC236}">
                <a16:creationId xmlns:a16="http://schemas.microsoft.com/office/drawing/2014/main" id="{79AACF04-D0CF-4DCA-8EB3-C5915A04338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10800000">
            <a:off x="5473197" y="1959460"/>
            <a:ext cx="259281" cy="581639"/>
          </a:xfrm>
          <a:prstGeom prst="rect">
            <a:avLst/>
          </a:prstGeom>
        </p:spPr>
      </p:pic>
      <p:sp>
        <p:nvSpPr>
          <p:cNvPr id="17" name="Content Placeholder 2">
            <a:extLst>
              <a:ext uri="{FF2B5EF4-FFF2-40B4-BE49-F238E27FC236}">
                <a16:creationId xmlns:a16="http://schemas.microsoft.com/office/drawing/2014/main" id="{04958CEC-0260-439B-819E-B3BF8A1FE999}"/>
              </a:ext>
            </a:extLst>
          </p:cNvPr>
          <p:cNvSpPr txBox="1">
            <a:spLocks/>
          </p:cNvSpPr>
          <p:nvPr/>
        </p:nvSpPr>
        <p:spPr>
          <a:xfrm>
            <a:off x="5536560" y="1992639"/>
            <a:ext cx="925240" cy="410041"/>
          </a:xfrm>
          <a:prstGeom prst="rect">
            <a:avLst/>
          </a:prstGeom>
        </p:spPr>
        <p:txBody>
          <a:bodyPr vert="horz" lIns="91440" tIns="45720" rIns="91440" bIns="45720" rtlCol="0">
            <a:normAutofit fontScale="85000"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dirty="0"/>
              <a:t> </a:t>
            </a:r>
            <a:r>
              <a:rPr lang="en-US" sz="1900" b="1" dirty="0">
                <a:solidFill>
                  <a:schemeClr val="bg1"/>
                </a:solidFill>
              </a:rPr>
              <a:t>Step 11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pPr marL="0" indent="0">
              <a:buFont typeface="Arial" panose="020B0604020202020204" pitchFamily="34" charset="0"/>
              <a:buNone/>
            </a:pPr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1DAAFC84-AF62-42FD-BE4E-A597A23A26B9}"/>
              </a:ext>
            </a:extLst>
          </p:cNvPr>
          <p:cNvCxnSpPr/>
          <p:nvPr/>
        </p:nvCxnSpPr>
        <p:spPr>
          <a:xfrm>
            <a:off x="7340367" y="6375633"/>
            <a:ext cx="2944536" cy="0"/>
          </a:xfrm>
          <a:prstGeom prst="line">
            <a:avLst/>
          </a:prstGeom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2BB18E54-FFFB-4C36-BBD8-4BAAFCD90476}"/>
              </a:ext>
            </a:extLst>
          </p:cNvPr>
          <p:cNvCxnSpPr/>
          <p:nvPr/>
        </p:nvCxnSpPr>
        <p:spPr>
          <a:xfrm>
            <a:off x="7323416" y="6267974"/>
            <a:ext cx="2944536" cy="0"/>
          </a:xfrm>
          <a:prstGeom prst="line">
            <a:avLst/>
          </a:prstGeom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pic>
        <p:nvPicPr>
          <p:cNvPr id="21" name="Graphic 20" descr="Arrow Right with solid fill">
            <a:extLst>
              <a:ext uri="{FF2B5EF4-FFF2-40B4-BE49-F238E27FC236}">
                <a16:creationId xmlns:a16="http://schemas.microsoft.com/office/drawing/2014/main" id="{115A2309-1A31-43CD-A3AE-D6B156ADB2B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081086" y="6042026"/>
            <a:ext cx="259281" cy="5816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694299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B28F6F-02A8-4BD3-AA6C-D14A53F34F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Challenges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EF7836-6BCC-4B1D-8D6B-BABC655C051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000" dirty="0"/>
              <a:t>13. Paste it into Cyber Shepherd </a:t>
            </a:r>
          </a:p>
          <a:p>
            <a:pPr marL="0" indent="0">
              <a:buNone/>
            </a:pPr>
            <a:r>
              <a:rPr lang="en-US" sz="2000" dirty="0"/>
              <a:t>14. Click “submit”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33361930-4342-4D08-A3FB-6D7EF4C512F2}"/>
              </a:ext>
            </a:extLst>
          </p:cNvPr>
          <p:cNvCxnSpPr/>
          <p:nvPr/>
        </p:nvCxnSpPr>
        <p:spPr>
          <a:xfrm>
            <a:off x="838200" y="1371600"/>
            <a:ext cx="105918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Graphic 6" descr="Arrow Right with solid fill">
            <a:extLst>
              <a:ext uri="{FF2B5EF4-FFF2-40B4-BE49-F238E27FC236}">
                <a16:creationId xmlns:a16="http://schemas.microsoft.com/office/drawing/2014/main" id="{19DE3A1D-5A63-43B4-A1C2-4EA827C2411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10800000">
            <a:off x="7582640" y="5107107"/>
            <a:ext cx="259281" cy="581639"/>
          </a:xfrm>
          <a:prstGeom prst="rect">
            <a:avLst/>
          </a:prstGeom>
        </p:spPr>
      </p:pic>
      <p:pic>
        <p:nvPicPr>
          <p:cNvPr id="9" name="Graphic 8" descr="Arrow Right with solid fill">
            <a:extLst>
              <a:ext uri="{FF2B5EF4-FFF2-40B4-BE49-F238E27FC236}">
                <a16:creationId xmlns:a16="http://schemas.microsoft.com/office/drawing/2014/main" id="{DFA95667-2B35-4378-A3CD-6C342EC5AD9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10800000">
            <a:off x="9119224" y="2406343"/>
            <a:ext cx="259281" cy="581639"/>
          </a:xfrm>
          <a:prstGeom prst="rect">
            <a:avLst/>
          </a:prstGeom>
        </p:spPr>
      </p:pic>
      <p:pic>
        <p:nvPicPr>
          <p:cNvPr id="10" name="Graphic 9" descr="Star with solid fill">
            <a:extLst>
              <a:ext uri="{FF2B5EF4-FFF2-40B4-BE49-F238E27FC236}">
                <a16:creationId xmlns:a16="http://schemas.microsoft.com/office/drawing/2014/main" id="{63A76CEA-6F3C-43AD-B256-849006847C7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003099" y="1690688"/>
            <a:ext cx="243279" cy="243279"/>
          </a:xfrm>
          <a:prstGeom prst="rect">
            <a:avLst/>
          </a:prstGeom>
        </p:spPr>
      </p:pic>
      <p:pic>
        <p:nvPicPr>
          <p:cNvPr id="6" name="Picture 5" descr="A picture containing chart&#10;&#10;Description automatically generated">
            <a:extLst>
              <a:ext uri="{FF2B5EF4-FFF2-40B4-BE49-F238E27FC236}">
                <a16:creationId xmlns:a16="http://schemas.microsoft.com/office/drawing/2014/main" id="{68B5034A-3602-403A-AEF3-477C92967F4A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2760" y="2697162"/>
            <a:ext cx="10164594" cy="2896004"/>
          </a:xfrm>
          <a:prstGeom prst="rect">
            <a:avLst/>
          </a:prstGeom>
        </p:spPr>
      </p:pic>
      <p:pic>
        <p:nvPicPr>
          <p:cNvPr id="11" name="Graphic 10" descr="Arrow Right with solid fill">
            <a:extLst>
              <a:ext uri="{FF2B5EF4-FFF2-40B4-BE49-F238E27FC236}">
                <a16:creationId xmlns:a16="http://schemas.microsoft.com/office/drawing/2014/main" id="{4E94FE96-0176-4DB7-8C36-F86A2848C01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5400000">
            <a:off x="10412527" y="3653876"/>
            <a:ext cx="259281" cy="5816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818209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Green">
      <a:dk1>
        <a:sysClr val="windowText" lastClr="000000"/>
      </a:dk1>
      <a:lt1>
        <a:sysClr val="window" lastClr="FFFFFF"/>
      </a:lt1>
      <a:dk2>
        <a:srgbClr val="455F51"/>
      </a:dk2>
      <a:lt2>
        <a:srgbClr val="E3DED1"/>
      </a:lt2>
      <a:accent1>
        <a:srgbClr val="549E39"/>
      </a:accent1>
      <a:accent2>
        <a:srgbClr val="8AB833"/>
      </a:accent2>
      <a:accent3>
        <a:srgbClr val="C0CF3A"/>
      </a:accent3>
      <a:accent4>
        <a:srgbClr val="029676"/>
      </a:accent4>
      <a:accent5>
        <a:srgbClr val="4AB5C4"/>
      </a:accent5>
      <a:accent6>
        <a:srgbClr val="0989B1"/>
      </a:accent6>
      <a:hlink>
        <a:srgbClr val="6B9F25"/>
      </a:hlink>
      <a:folHlink>
        <a:srgbClr val="BA6906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3E4F19A7-A959-40BB-972C-4880BAF8EB09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571</TotalTime>
  <Words>511</Words>
  <Application>Microsoft Office PowerPoint</Application>
  <PresentationFormat>Widescreen</PresentationFormat>
  <Paragraphs>157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8" baseType="lpstr">
      <vt:lpstr>Arial</vt:lpstr>
      <vt:lpstr>Calibri</vt:lpstr>
      <vt:lpstr>Calibri Light</vt:lpstr>
      <vt:lpstr>Wingdings</vt:lpstr>
      <vt:lpstr>Office Theme</vt:lpstr>
      <vt:lpstr>PowerPoint Presentation</vt:lpstr>
      <vt:lpstr>Overview</vt:lpstr>
      <vt:lpstr>Prerequisites </vt:lpstr>
      <vt:lpstr>Focus Areas</vt:lpstr>
      <vt:lpstr>Focus Areas</vt:lpstr>
      <vt:lpstr>Focus Areas</vt:lpstr>
      <vt:lpstr>Tools</vt:lpstr>
      <vt:lpstr>Other Tools</vt:lpstr>
      <vt:lpstr>Challenges</vt:lpstr>
      <vt:lpstr>Challenges</vt:lpstr>
      <vt:lpstr>Challenges</vt:lpstr>
      <vt:lpstr>Challenges</vt:lpstr>
      <vt:lpstr>Challenges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Code Path</dc:title>
  <dc:creator>kailynn coronel</dc:creator>
  <cp:lastModifiedBy>Kay Pelayo</cp:lastModifiedBy>
  <cp:revision>5</cp:revision>
  <dcterms:created xsi:type="dcterms:W3CDTF">2021-06-12T13:06:23Z</dcterms:created>
  <dcterms:modified xsi:type="dcterms:W3CDTF">2021-06-12T22:37:42Z</dcterms:modified>
</cp:coreProperties>
</file>